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3"/>
  </p:notesMasterIdLst>
  <p:handoutMasterIdLst>
    <p:handoutMasterId r:id="rId14"/>
  </p:handoutMasterIdLst>
  <p:sldIdLst>
    <p:sldId id="538" r:id="rId2"/>
    <p:sldId id="535" r:id="rId3"/>
    <p:sldId id="569" r:id="rId4"/>
    <p:sldId id="583" r:id="rId5"/>
    <p:sldId id="584" r:id="rId6"/>
    <p:sldId id="587" r:id="rId7"/>
    <p:sldId id="589" r:id="rId8"/>
    <p:sldId id="590" r:id="rId9"/>
    <p:sldId id="579" r:id="rId10"/>
    <p:sldId id="591" r:id="rId11"/>
    <p:sldId id="549" r:id="rId12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66"/>
    <a:srgbClr val="0000FF"/>
    <a:srgbClr val="33CC33"/>
    <a:srgbClr val="00FFFF"/>
    <a:srgbClr val="6600FF"/>
    <a:srgbClr val="CC66FF"/>
    <a:srgbClr val="62832D"/>
    <a:srgbClr val="0066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37" autoAdjust="0"/>
    <p:restoredTop sz="86811" autoAdjust="0"/>
  </p:normalViewPr>
  <p:slideViewPr>
    <p:cSldViewPr>
      <p:cViewPr varScale="1">
        <p:scale>
          <a:sx n="63" d="100"/>
          <a:sy n="63" d="100"/>
        </p:scale>
        <p:origin x="796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  <a:pPr>
                <a:defRPr/>
              </a:pPr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  <a:pPr>
                <a:defRPr/>
              </a:pPr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66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13C8-F183-1D43-AE77-BF9BD4D2A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AF752-0EC0-CF4D-965A-5129A913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32540-0688-DC4A-809A-52FB3313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A43E-0611-D047-BC7B-31F920B6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4123-5713-BC41-BBD0-42ADF35D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ED43-C903-1F44-A779-40DF9AE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75D8-34AD-544B-B0E2-83FA77D2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24DD5-B8E0-534E-B68A-EF415575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6688-5BB1-5E48-BD14-BBC9FA67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C407C-3003-DB44-98B5-0DEC6272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630D-09E2-0742-AED8-D3F73254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B2CD3-A564-8044-A4EC-7EBA2629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64EE-79C1-8B46-BA9C-199117C7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1AAB2-DA47-AE48-A088-6FC7C169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FF9C-19C9-FA46-8C21-74202499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9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BAF5-C913-024F-8BE6-64C58F97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6DB7-D3D7-1443-A583-8730715E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EB82F-3E99-7441-9B06-6D7C2156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6D282-1572-D344-87D1-785DA857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3D760-065F-6442-AF7E-1A7AAFF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F4C15-EC3A-7E41-A2B3-D2AB7D70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CC90-B8AE-8A46-A8A5-F7E8DA61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152C5-AA77-4B47-965C-21A00C1E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6F8D-3502-5242-9160-E1CDE38E0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54302-8F9A-5648-9C5E-6D037F1C7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FC9CD-8823-F145-9952-EFBA9ACD2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EF4D9-655F-4842-A6B8-D44A0501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68A74-725F-8F40-8F80-E9628770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868FA-8565-A740-9B9C-B3CD6AB3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5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FCE3-1C1E-7448-AF7E-5E46BB14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9D5C9-50F6-8546-8D8C-AFACC1BC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A0D0C-FCAF-4F4C-AAF5-C9B78C03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8836A-EEA3-7347-A63C-8E66DF7B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8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A43C1-2303-5A41-B234-90D15E2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A77971-B281-6149-9884-0E9C45F8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0F6F3-1061-E842-B540-6BD0D6CB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3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970D-13D5-B346-968D-400B0BC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9FFE0-37CD-7644-A007-76E5304F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10BE7-EA92-B44F-9EEC-94E6F6955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6D810-D2A1-B549-A5BC-25CCA5CD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872D2-2005-3043-A02D-3E2DB933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9F01D-1164-4249-AD67-1D51D33C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3B30-2A71-A043-9BD7-3B8C66BF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B08A9-6B45-4340-8859-996D9B949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1F4B2-96C1-614B-9110-8D1AEE080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DF3EB-6252-5845-AE7D-FB94ECF9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65DB7-EFE7-7446-8DEC-69F1FB4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0E09F-0F32-5644-881A-A61CD824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E61B7-8DCD-1544-BC5D-B4592F60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B61D9-7FB3-1343-9555-936FC603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2A79E-2DF5-4E41-BDCF-90E9D26B7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D5DC5-E1CB-B84F-BCAB-EB319B371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2A2C-5C91-4B43-A114-209348A10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PESSAT - All India Online Entrance Exam for Admission to PES University">
            <a:extLst>
              <a:ext uri="{FF2B5EF4-FFF2-40B4-BE49-F238E27FC236}">
                <a16:creationId xmlns:a16="http://schemas.microsoft.com/office/drawing/2014/main" id="{5DF19801-E6D2-C61C-B815-2390316A05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336" y="264409"/>
            <a:ext cx="116205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38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33600" y="914400"/>
            <a:ext cx="79248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Trebuchet MS" pitchFamily="34" charset="0"/>
              </a:rPr>
              <a:t>UE23CS441A – Capstone Project Phase – 3</a:t>
            </a:r>
          </a:p>
          <a:p>
            <a:pPr algn="ctr"/>
            <a:endParaRPr lang="en-US" sz="2800" dirty="0">
              <a:latin typeface="Trebuchet MS" pitchFamily="34" charset="0"/>
            </a:endParaRPr>
          </a:p>
          <a:p>
            <a:pPr algn="ctr"/>
            <a:r>
              <a:rPr lang="en-US" sz="3200" b="1" dirty="0">
                <a:solidFill>
                  <a:srgbClr val="FF0000"/>
                </a:solidFill>
                <a:latin typeface="Trebuchet MS" pitchFamily="34" charset="0"/>
              </a:rPr>
              <a:t>Project Progress Review #1</a:t>
            </a:r>
          </a:p>
        </p:txBody>
      </p:sp>
      <p:sp>
        <p:nvSpPr>
          <p:cNvPr id="4" name="Google Shape;26;p3"/>
          <p:cNvSpPr txBox="1"/>
          <p:nvPr/>
        </p:nvSpPr>
        <p:spPr>
          <a:xfrm>
            <a:off x="1828800" y="3733800"/>
            <a:ext cx="8458200" cy="137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  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ID       :      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                  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 : </a:t>
            </a:r>
            <a:endParaRPr sz="2000" dirty="0">
              <a:solidFill>
                <a:srgbClr val="0033CC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0" y="1637988"/>
            <a:ext cx="12192000" cy="4953000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 of the Project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 diagram/complete pipeline of project(mention all the modules)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Summary of Capstone Project Phase – 2 work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Detailed explanation of modules developed so far (post phase-2)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Demo, results and outputs of each module (with screenshots)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Performance metric for module/ collection of modules, and its comparison with baseline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Contribution of each team member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Remaining modules to be completed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Gnatt Chart indicating tasks completed post phase-2 and plan ahead for current semester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err="1">
                <a:solidFill>
                  <a:srgbClr val="0033CC"/>
                </a:solidFill>
                <a:latin typeface="Trebuchet MS"/>
                <a:sym typeface="Trebuchet MS"/>
              </a:rPr>
              <a:t>Github</a:t>
            </a: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 repository (with code database) ( Private: only team and respective guide)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References in IEEE format ( baselines with which work is compared with modules adapted form)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a basic introduction of the project and also an overview of scope it entails.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IN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IN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Set the context.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Abstract and Scope</a:t>
            </a:r>
          </a:p>
        </p:txBody>
      </p:sp>
    </p:spTree>
    <p:extLst>
      <p:ext uri="{BB962C8B-B14F-4D97-AF65-F5344CB8AC3E}">
        <p14:creationId xmlns:p14="http://schemas.microsoft.com/office/powerpoint/2010/main" val="3811030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447800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438400" y="986135"/>
            <a:ext cx="922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 diagram/complete pipeline of project (max 2 slides)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1905000" y="1600200"/>
            <a:ext cx="9067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Figure depicting all the modules and their interdependencies expected input outputs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188868"/>
            <a:ext cx="9067800" cy="4211931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summary of work done in  Phase – 2.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891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286000" y="990600"/>
            <a:ext cx="937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Summary of Work Done in Capstone Project Phase – 2 (1 slide)</a:t>
            </a: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84E68-B16E-3385-2C58-6664DDF20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9BE8D4-27D2-F325-6340-BD62BBAC1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>
            <a:extLst>
              <a:ext uri="{FF2B5EF4-FFF2-40B4-BE49-F238E27FC236}">
                <a16:creationId xmlns:a16="http://schemas.microsoft.com/office/drawing/2014/main" id="{5A778662-7D96-B806-30EC-3C4783F11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143002"/>
            <a:ext cx="9448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Detailed explanation of modules developed so far (max 5 slides)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62559F-7E78-458F-9C1C-65690C68994D}"/>
              </a:ext>
            </a:extLst>
          </p:cNvPr>
          <p:cNvSpPr txBox="1"/>
          <p:nvPr/>
        </p:nvSpPr>
        <p:spPr>
          <a:xfrm>
            <a:off x="457200" y="1752600"/>
            <a:ext cx="11430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Tabulate the individual contribution of the team members</a:t>
            </a:r>
          </a:p>
          <a:p>
            <a:pPr lvl="3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Tasks/Modules assigned</a:t>
            </a:r>
          </a:p>
          <a:p>
            <a:pPr lvl="3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Development (no. of lines of code &amp; time spent)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lvl="2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List the SDK / API / Model / Jar/ DLL / Tools / Technologies used – Open-Source/ Licensed.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lvl="2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Testing for the module that is completed.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lvl="2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Demonstration and Result of modules completed. (</a:t>
            </a: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Comparison with the baseline if any)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lvl="2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Tabulate the timeline for all the tasks/modules.</a:t>
            </a:r>
          </a:p>
        </p:txBody>
      </p:sp>
    </p:spTree>
    <p:extLst>
      <p:ext uri="{BB962C8B-B14F-4D97-AF65-F5344CB8AC3E}">
        <p14:creationId xmlns:p14="http://schemas.microsoft.com/office/powerpoint/2010/main" val="1578711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E3C92-C0E2-BBA2-2AE8-B08277829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BC41F-3027-37D3-945C-87AA7BC3D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>
            <a:extLst>
              <a:ext uri="{FF2B5EF4-FFF2-40B4-BE49-F238E27FC236}">
                <a16:creationId xmlns:a16="http://schemas.microsoft.com/office/drawing/2014/main" id="{F8709B5C-042F-33CA-2A79-966218091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Remaining modules and proposed idea (one slide only) 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10505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FC030-196B-6BBB-406D-3B18B6A87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DB063F-1200-45BA-05DE-0A465215C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>
            <a:extLst>
              <a:ext uri="{FF2B5EF4-FFF2-40B4-BE49-F238E27FC236}">
                <a16:creationId xmlns:a16="http://schemas.microsoft.com/office/drawing/2014/main" id="{A0B5D0AA-6EFF-C69A-F89D-A3E462B7B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Gnatt Chart (only Phase-3 work pertaining)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37854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Repository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3048000" y="2012340"/>
            <a:ext cx="88391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 err="1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Github</a:t>
            </a: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repository link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Give a brief overview of all the uploaded content to panel coordinators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6E6A-AA14-FC5B-56A9-5C7320EC6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25A707-6619-2010-3DA6-F3A4824C9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>
            <a:extLst>
              <a:ext uri="{FF2B5EF4-FFF2-40B4-BE49-F238E27FC236}">
                <a16:creationId xmlns:a16="http://schemas.microsoft.com/office/drawing/2014/main" id="{1C6C7191-F918-700D-38EB-BEE76C63E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61AD32-554A-4B3C-EA4C-ABB42055AB52}"/>
              </a:ext>
            </a:extLst>
          </p:cNvPr>
          <p:cNvSpPr txBox="1"/>
          <p:nvPr/>
        </p:nvSpPr>
        <p:spPr>
          <a:xfrm>
            <a:off x="3048000" y="2012340"/>
            <a:ext cx="88391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As per IEEE format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992363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4000" dirty="0">
                <a:solidFill>
                  <a:srgbClr val="FF0000"/>
                </a:solidFill>
                <a:latin typeface="Trebuchet MS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stone Project - Review 3 - Template.pptx" id="{77E64785-C4AC-D447-9F20-AA3556BA4DEA}" vid="{211B08FD-A304-1146-A3C3-5229E601B3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Project - Review 3 - Template (1)</Template>
  <TotalTime>1019</TotalTime>
  <Words>349</Words>
  <Application>Microsoft Office PowerPoint</Application>
  <PresentationFormat>Widescreen</PresentationFormat>
  <Paragraphs>54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Trebuchet MS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KTwo Technology Solutions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Sunitha R</dc:creator>
  <cp:keywords/>
  <dc:description/>
  <cp:lastModifiedBy>gulshan vaswani</cp:lastModifiedBy>
  <cp:revision>380</cp:revision>
  <dcterms:created xsi:type="dcterms:W3CDTF">2020-11-22T08:14:37Z</dcterms:created>
  <dcterms:modified xsi:type="dcterms:W3CDTF">2026-08-20T05:17:56Z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