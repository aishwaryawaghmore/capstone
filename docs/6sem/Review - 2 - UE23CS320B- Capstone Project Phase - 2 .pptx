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10"/>
  </p:notesMasterIdLst>
  <p:handoutMasterIdLst>
    <p:handoutMasterId r:id="rId11"/>
  </p:handoutMasterIdLst>
  <p:sldIdLst>
    <p:sldId id="538" r:id="rId4"/>
    <p:sldId id="583" r:id="rId5"/>
    <p:sldId id="587" r:id="rId6"/>
    <p:sldId id="586" r:id="rId7"/>
    <p:sldId id="579" r:id="rId8"/>
    <p:sldId id="549" r:id="rId9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 showGuides="1">
      <p:cViewPr varScale="1">
        <p:scale>
          <a:sx n="63" d="100"/>
          <a:sy n="63" d="100"/>
        </p:scale>
        <p:origin x="796" y="56"/>
      </p:cViewPr>
      <p:guideLst>
        <p:guide orient="horz" pos="2160"/>
        <p:guide pos="38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</a:fld>
            <a:endParaRPr lang="en-US"/>
          </a:p>
        </p:txBody>
      </p:sp>
      <p:pic>
        <p:nvPicPr>
          <p:cNvPr id="7" name="Picture 2" descr="PESSAT - All India Online Entrance Exam for Admission to PES University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</a:fld>
            <a:endParaRPr lang="en-US"/>
          </a:p>
        </p:txBody>
      </p:sp>
      <p:pic>
        <p:nvPicPr>
          <p:cNvPr id="7" name="Picture 2" descr="PESSAT - All India Online Entrance Exam for Admission to PES University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914400"/>
            <a:ext cx="792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rebuchet MS" panose="020B0603020202020204" pitchFamily="34" charset="0"/>
              </a:rPr>
              <a:t>UE23CS320B</a:t>
            </a:r>
            <a:r>
              <a:rPr lang="en-US" sz="2800" dirty="0">
                <a:latin typeface="Trebuchet MS" panose="020B0603020202020204" pitchFamily="34" charset="0"/>
              </a:rPr>
              <a:t> – Capstone Project Phase – 2</a:t>
            </a:r>
            <a:endParaRPr lang="en-US" sz="2800" dirty="0">
              <a:latin typeface="Trebuchet MS" panose="020B0603020202020204" pitchFamily="34" charset="0"/>
            </a:endParaRPr>
          </a:p>
          <a:p>
            <a:pPr algn="ctr"/>
            <a:endParaRPr lang="en-US" sz="2800" dirty="0">
              <a:latin typeface="Trebuchet MS" panose="020B0603020202020204" pitchFamily="34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rebuchet MS" panose="020B0603020202020204" pitchFamily="34" charset="0"/>
              </a:rPr>
              <a:t>Project Progress Review #2</a:t>
            </a:r>
            <a:endParaRPr lang="en-US" sz="3200" b="1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37338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Title   :  </a:t>
            </a: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ID       :      </a:t>
            </a: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4478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772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</a:rPr>
              <a:t>Objectives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438400" y="2133600"/>
            <a:ext cx="81153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Define the objectives of your projects clearly.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Explain the Methodology to implement the objectives.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(you can use separate slides to explain the methodology in detail).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4478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Expected Deliverables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905000" y="1600200"/>
            <a:ext cx="9067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457200" lvl="0" indent="-457200" algn="just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List of tasks/Modules to be elaborated in discussion with the guide.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457200" lvl="0" indent="-457200" algn="just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For example, If your project consist of Data Preprocessing, the following should be explained,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Data Pre-processing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Data Visualization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Data Interpretation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Storage 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lvl="2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Data preprocessing (if </a:t>
            </a:r>
            <a:r>
              <a:rPr lang="en-US" sz="24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present)/ 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Requirement analysis </a:t>
            </a:r>
            <a:r>
              <a:rPr lang="en-US" sz="24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Environment setup/</a:t>
            </a:r>
            <a:endParaRPr lang="en-US" sz="240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lvl="2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Dataset / inputs / tools preparation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Expected Deliverables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1752600"/>
            <a:ext cx="9067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3. Tabulate the individual contribution of the team  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    members with the following,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828800" lvl="3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Tasks/Modules assigned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828800" lvl="3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Development (no. of lines of code &amp; time spent)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4. List the SDK / API / Model / Jar/ DLL / Tools / Technologies used – Open-Source/ Licensed.</a:t>
            </a: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371600" lvl="2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5. </a:t>
            </a:r>
            <a:r>
              <a:rPr lang="en-US" sz="24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10% 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implementation of project</a:t>
            </a:r>
            <a:endParaRPr lang="en-US" sz="2800" dirty="0">
              <a:solidFill>
                <a:srgbClr val="FF000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References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981200" y="1676400"/>
            <a:ext cx="8839200" cy="3928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anose="020B0603020202020204" pitchFamily="34" charset="0"/>
              </a:rPr>
              <a:t>Provide references pertaining to your research according to IEEE format.</a:t>
            </a:r>
            <a:endParaRPr lang="en-IN" sz="2400" dirty="0">
              <a:solidFill>
                <a:srgbClr val="0000FF"/>
              </a:solidFill>
              <a:latin typeface="Trebuchet MS" panose="020B0603020202020204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anose="020B0603020202020204" pitchFamily="34" charset="0"/>
              </a:rPr>
              <a:t>Example:</a:t>
            </a:r>
            <a:endParaRPr lang="en-IN" sz="2400" dirty="0">
              <a:solidFill>
                <a:srgbClr val="0000FF"/>
              </a:solidFill>
              <a:latin typeface="Trebuchet MS" panose="020B0603020202020204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US" altLang="en-US" sz="1400" dirty="0"/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US" altLang="en-US" sz="1400" dirty="0"/>
              <a:t>[1] M. Ribeiro, S. Singh, and C. Guestrin, “‘Why should i trust you?’: explaining the predictions of any classifier,” in Proceedings of the 2016 Conference of the North American Chapter of the Association for Computational Linguistics: Demonstrations, Stroudsburg, PA, USA: Association for Computational Linguistics, 2016, pp. 97–101. doi: 10.18653/v1/N16-3020.</a:t>
            </a:r>
            <a:endParaRPr lang="en-US" altLang="en-US" sz="1400" dirty="0"/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US" altLang="en-US" sz="1400" dirty="0"/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US" altLang="en-US" sz="1400" dirty="0"/>
              <a:t>[2] </a:t>
            </a:r>
            <a:r>
              <a:rPr lang="en-US" altLang="en-US" sz="1400" dirty="0">
                <a:sym typeface="Trebuchet MS" panose="020B0603020202020204"/>
              </a:rPr>
              <a:t>H. Park, E. JeeSook, and S.-H. Kim, “Crops disease diagnosing using image-based deep learning mechanism,” in 2018 International Conference on Computing and Network Communications (CoCoNet), IEEE, Aug. 2018, pp. 23–26. doi: 10.1109/CoCoNet.2018.8476914.</a:t>
            </a:r>
            <a:endParaRPr lang="en-US" altLang="en-US" sz="1400" dirty="0">
              <a:sym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anose="020B0603020202020204" pitchFamily="34" charset="0"/>
              </a:rPr>
              <a:t>Thank You</a:t>
            </a:r>
            <a:endParaRPr lang="en-US" sz="40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0</TotalTime>
  <Words>1720</Words>
  <Application>WPS Presentation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Trebuchet MS</vt:lpstr>
      <vt:lpstr>Trebuchet MS</vt:lpstr>
      <vt:lpstr>Microsoft YaHei</vt:lpstr>
      <vt:lpstr>Arial Unicode MS</vt:lpstr>
      <vt:lpstr>Calibri Light</vt:lpstr>
      <vt:lpstr>Calibri</vt:lpstr>
      <vt:lpstr>Custom Design</vt:lpstr>
      <vt:lpstr>1_Custom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KTwo Technology Solutions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Dr.Kavitha P</cp:lastModifiedBy>
  <cp:revision>377</cp:revision>
  <dcterms:created xsi:type="dcterms:W3CDTF">2020-11-22T08:14:00Z</dcterms:created>
  <dcterms:modified xsi:type="dcterms:W3CDTF">2026-03-20T13:27:15Z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B8DB9D2C274F4100B7A344BF1D107853_13</vt:lpwstr>
  </property>
  <property fmtid="{D5CDD505-2E9C-101B-9397-08002B2CF9AE}" pid="4" name="KSOProductBuildVer">
    <vt:lpwstr>1033-12.2.0.23196</vt:lpwstr>
  </property>
</Properties>
</file>