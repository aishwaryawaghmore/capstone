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058400" cy="7772400"/>
  <p:notesSz cx="10058400" cy="7772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283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79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rgbClr val="0033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5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388095" y="1359408"/>
            <a:ext cx="960119" cy="4404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4278" y="2789852"/>
            <a:ext cx="6209842" cy="32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7502" y="3558902"/>
            <a:ext cx="7143394" cy="2691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0033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7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UE</a:t>
            </a:r>
            <a:r>
              <a:rPr spc="-15" dirty="0"/>
              <a:t>2</a:t>
            </a:r>
            <a:r>
              <a:rPr spc="5" dirty="0"/>
              <a:t>3</a:t>
            </a:r>
            <a:r>
              <a:rPr spc="-5" dirty="0"/>
              <a:t>CS</a:t>
            </a:r>
            <a:r>
              <a:rPr spc="5" dirty="0"/>
              <a:t>3</a:t>
            </a:r>
            <a:r>
              <a:rPr spc="-15" dirty="0"/>
              <a:t>2</a:t>
            </a:r>
            <a:r>
              <a:rPr spc="5" dirty="0"/>
              <a:t>0</a:t>
            </a:r>
            <a:r>
              <a:rPr dirty="0"/>
              <a:t>A</a:t>
            </a:r>
            <a:r>
              <a:rPr spc="-10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15" dirty="0"/>
              <a:t>C</a:t>
            </a:r>
            <a:r>
              <a:rPr spc="-10" dirty="0"/>
              <a:t>ap</a:t>
            </a:r>
            <a:r>
              <a:rPr spc="-5" dirty="0"/>
              <a:t>s</a:t>
            </a:r>
            <a:r>
              <a:rPr spc="5" dirty="0"/>
              <a:t>t</a:t>
            </a:r>
            <a:r>
              <a:rPr spc="-15" dirty="0"/>
              <a:t>o</a:t>
            </a:r>
            <a:r>
              <a:rPr dirty="0"/>
              <a:t>ne</a:t>
            </a:r>
            <a:r>
              <a:rPr spc="-35" dirty="0"/>
              <a:t> </a:t>
            </a:r>
            <a:r>
              <a:rPr spc="5" dirty="0"/>
              <a:t>P</a:t>
            </a:r>
            <a:r>
              <a:rPr spc="-20" dirty="0"/>
              <a:t>r</a:t>
            </a:r>
            <a:r>
              <a:rPr spc="-15" dirty="0"/>
              <a:t>o</a:t>
            </a:r>
            <a:r>
              <a:rPr spc="5" dirty="0"/>
              <a:t>j</a:t>
            </a:r>
            <a:r>
              <a:rPr spc="10" dirty="0"/>
              <a:t>e</a:t>
            </a:r>
            <a:r>
              <a:rPr spc="-5" dirty="0"/>
              <a:t>c</a:t>
            </a:r>
            <a:r>
              <a:rPr dirty="0"/>
              <a:t>t</a:t>
            </a:r>
            <a:r>
              <a:rPr spc="-130" dirty="0"/>
              <a:t> </a:t>
            </a:r>
            <a:r>
              <a:rPr spc="-10" dirty="0"/>
              <a:t>App</a:t>
            </a:r>
            <a:r>
              <a:rPr spc="5" dirty="0"/>
              <a:t>r</a:t>
            </a:r>
            <a:r>
              <a:rPr spc="-15" dirty="0"/>
              <a:t>o</a:t>
            </a:r>
            <a:r>
              <a:rPr spc="5" dirty="0"/>
              <a:t>v</a:t>
            </a:r>
            <a:r>
              <a:rPr spc="-10" dirty="0"/>
              <a:t>a</a:t>
            </a:r>
            <a:r>
              <a:rPr dirty="0"/>
              <a:t>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095" marR="5080">
              <a:lnSpc>
                <a:spcPct val="101499"/>
              </a:lnSpc>
              <a:tabLst>
                <a:tab pos="1883410" algn="l"/>
              </a:tabLst>
            </a:pPr>
            <a:r>
              <a:rPr spc="-85" dirty="0"/>
              <a:t>P</a:t>
            </a:r>
            <a:r>
              <a:rPr spc="5" dirty="0"/>
              <a:t>r</a:t>
            </a:r>
            <a:r>
              <a:rPr spc="10" dirty="0"/>
              <a:t>oj</a:t>
            </a:r>
            <a:r>
              <a:rPr dirty="0"/>
              <a:t>e</a:t>
            </a:r>
            <a:r>
              <a:rPr spc="15" dirty="0"/>
              <a:t>c</a:t>
            </a:r>
            <a:r>
              <a:rPr spc="5" dirty="0"/>
              <a:t>t</a:t>
            </a:r>
            <a:r>
              <a:rPr spc="-45" dirty="0"/>
              <a:t> </a:t>
            </a:r>
            <a:r>
              <a:rPr spc="-75" dirty="0"/>
              <a:t>T</a:t>
            </a:r>
            <a:r>
              <a:rPr spc="10" dirty="0"/>
              <a:t>i</a:t>
            </a:r>
            <a:r>
              <a:rPr spc="-10" dirty="0"/>
              <a:t>t</a:t>
            </a:r>
            <a:r>
              <a:rPr spc="10" dirty="0"/>
              <a:t>le</a:t>
            </a:r>
            <a:r>
              <a:rPr dirty="0"/>
              <a:t>	</a:t>
            </a:r>
            <a:r>
              <a:rPr spc="5" dirty="0"/>
              <a:t>:</a:t>
            </a:r>
            <a:r>
              <a:rPr spc="-90" dirty="0"/>
              <a:t> </a:t>
            </a:r>
            <a:r>
              <a:rPr spc="5" dirty="0"/>
              <a:t>AI</a:t>
            </a:r>
            <a:r>
              <a:rPr spc="10" dirty="0"/>
              <a:t>-</a:t>
            </a:r>
            <a:r>
              <a:rPr spc="-5" dirty="0"/>
              <a:t>B</a:t>
            </a:r>
            <a:r>
              <a:rPr spc="20" dirty="0"/>
              <a:t>a</a:t>
            </a:r>
            <a:r>
              <a:rPr spc="-5" dirty="0"/>
              <a:t>s</a:t>
            </a:r>
            <a:r>
              <a:rPr spc="15" dirty="0"/>
              <a:t>e</a:t>
            </a:r>
            <a:r>
              <a:rPr spc="10" dirty="0"/>
              <a:t>d </a:t>
            </a:r>
            <a:r>
              <a:rPr dirty="0"/>
              <a:t>D</a:t>
            </a:r>
            <a:r>
              <a:rPr spc="15" dirty="0"/>
              <a:t>o</a:t>
            </a:r>
            <a:r>
              <a:rPr spc="5" dirty="0"/>
              <a:t>g</a:t>
            </a:r>
            <a:r>
              <a:rPr dirty="0"/>
              <a:t> H</a:t>
            </a:r>
            <a:r>
              <a:rPr spc="15" dirty="0"/>
              <a:t>e</a:t>
            </a:r>
            <a:r>
              <a:rPr spc="20" dirty="0"/>
              <a:t>a</a:t>
            </a:r>
            <a:r>
              <a:rPr spc="-5" dirty="0"/>
              <a:t>l</a:t>
            </a:r>
            <a:r>
              <a:rPr spc="10" dirty="0"/>
              <a:t>th</a:t>
            </a:r>
            <a:r>
              <a:rPr spc="15" dirty="0"/>
              <a:t> </a:t>
            </a:r>
            <a:r>
              <a:rPr spc="10" dirty="0"/>
              <a:t>M</a:t>
            </a:r>
            <a:r>
              <a:rPr spc="15" dirty="0"/>
              <a:t>on</a:t>
            </a:r>
            <a:r>
              <a:rPr spc="-5" dirty="0"/>
              <a:t>i</a:t>
            </a:r>
            <a:r>
              <a:rPr spc="10" dirty="0"/>
              <a:t>t</a:t>
            </a:r>
            <a:r>
              <a:rPr spc="-5" dirty="0"/>
              <a:t>o</a:t>
            </a:r>
            <a:r>
              <a:rPr spc="5" dirty="0"/>
              <a:t>r</a:t>
            </a:r>
            <a:r>
              <a:rPr spc="10" dirty="0"/>
              <a:t>i</a:t>
            </a:r>
            <a:r>
              <a:rPr spc="-5" dirty="0"/>
              <a:t>n</a:t>
            </a:r>
            <a:r>
              <a:rPr spc="5" dirty="0"/>
              <a:t>g</a:t>
            </a:r>
            <a:r>
              <a:rPr spc="20" dirty="0"/>
              <a:t> </a:t>
            </a:r>
            <a:r>
              <a:rPr dirty="0"/>
              <a:t>S</a:t>
            </a:r>
            <a:r>
              <a:rPr spc="-5" dirty="0"/>
              <a:t>y</a:t>
            </a:r>
            <a:r>
              <a:rPr spc="10" dirty="0"/>
              <a:t>s</a:t>
            </a:r>
            <a:r>
              <a:rPr spc="-10" dirty="0"/>
              <a:t>t</a:t>
            </a:r>
            <a:r>
              <a:rPr dirty="0"/>
              <a:t>e</a:t>
            </a:r>
            <a:r>
              <a:rPr spc="15" dirty="0"/>
              <a:t>m</a:t>
            </a:r>
            <a:r>
              <a:rPr spc="25" dirty="0"/>
              <a:t> </a:t>
            </a:r>
            <a:r>
              <a:rPr spc="10" dirty="0"/>
              <a:t>U</a:t>
            </a:r>
            <a:r>
              <a:rPr spc="15" dirty="0"/>
              <a:t>s</a:t>
            </a:r>
            <a:r>
              <a:rPr spc="-5" dirty="0"/>
              <a:t>i</a:t>
            </a:r>
            <a:r>
              <a:rPr spc="15" dirty="0"/>
              <a:t>n</a:t>
            </a:r>
            <a:r>
              <a:rPr spc="5" dirty="0"/>
              <a:t>g </a:t>
            </a:r>
            <a:r>
              <a:rPr dirty="0"/>
              <a:t>D</a:t>
            </a:r>
            <a:r>
              <a:rPr spc="15" dirty="0"/>
              <a:t>u</a:t>
            </a:r>
            <a:r>
              <a:rPr spc="20" dirty="0"/>
              <a:t>a</a:t>
            </a:r>
            <a:r>
              <a:rPr spc="-5" dirty="0"/>
              <a:t>l</a:t>
            </a:r>
            <a:r>
              <a:rPr spc="10" dirty="0"/>
              <a:t>-</a:t>
            </a:r>
            <a:r>
              <a:rPr spc="5" dirty="0"/>
              <a:t>I</a:t>
            </a:r>
            <a:r>
              <a:rPr spc="15" dirty="0"/>
              <a:t>n</a:t>
            </a:r>
            <a:r>
              <a:rPr spc="-5" dirty="0"/>
              <a:t>p</a:t>
            </a:r>
            <a:r>
              <a:rPr spc="15" dirty="0"/>
              <a:t>u</a:t>
            </a:r>
            <a:r>
              <a:rPr spc="5" dirty="0"/>
              <a:t>t</a:t>
            </a:r>
            <a:r>
              <a:rPr spc="15" dirty="0"/>
              <a:t> </a:t>
            </a:r>
            <a:r>
              <a:rPr spc="10" dirty="0"/>
              <a:t>(Im</a:t>
            </a:r>
            <a:r>
              <a:rPr spc="20" dirty="0"/>
              <a:t>a</a:t>
            </a:r>
            <a:r>
              <a:rPr dirty="0"/>
              <a:t>g</a:t>
            </a:r>
            <a:r>
              <a:rPr spc="15" dirty="0"/>
              <a:t>e</a:t>
            </a:r>
            <a:r>
              <a:rPr spc="5" dirty="0"/>
              <a:t>s</a:t>
            </a:r>
            <a:r>
              <a:rPr spc="-25" dirty="0"/>
              <a:t> </a:t>
            </a:r>
            <a:r>
              <a:rPr spc="10" dirty="0"/>
              <a:t>+</a:t>
            </a:r>
            <a:r>
              <a:rPr spc="15" dirty="0"/>
              <a:t> </a:t>
            </a:r>
            <a:r>
              <a:rPr dirty="0"/>
              <a:t>S</a:t>
            </a:r>
            <a:r>
              <a:rPr spc="-5" dirty="0"/>
              <a:t>y</a:t>
            </a:r>
            <a:r>
              <a:rPr spc="15" dirty="0"/>
              <a:t>m</a:t>
            </a:r>
            <a:r>
              <a:rPr spc="10" dirty="0"/>
              <a:t>pt</a:t>
            </a:r>
            <a:r>
              <a:rPr spc="-5" dirty="0"/>
              <a:t>o</a:t>
            </a:r>
            <a:r>
              <a:rPr spc="25" dirty="0"/>
              <a:t>m</a:t>
            </a:r>
            <a:r>
              <a:rPr spc="-5" dirty="0"/>
              <a:t>s</a:t>
            </a:r>
            <a:r>
              <a:rPr spc="5" dirty="0"/>
              <a:t>)</a:t>
            </a:r>
            <a:r>
              <a:rPr spc="10" dirty="0"/>
              <a:t> </a:t>
            </a:r>
            <a:r>
              <a:rPr spc="5" dirty="0"/>
              <a:t>f</a:t>
            </a:r>
            <a:r>
              <a:rPr spc="15" dirty="0"/>
              <a:t>o</a:t>
            </a:r>
            <a:r>
              <a:rPr spc="5" dirty="0"/>
              <a:t>r </a:t>
            </a:r>
            <a:r>
              <a:rPr dirty="0"/>
              <a:t>S</a:t>
            </a:r>
            <a:r>
              <a:rPr spc="15" dirty="0"/>
              <a:t>m</a:t>
            </a:r>
            <a:r>
              <a:rPr dirty="0"/>
              <a:t>a</a:t>
            </a:r>
            <a:r>
              <a:rPr spc="10" dirty="0"/>
              <a:t>ll</a:t>
            </a:r>
            <a:r>
              <a:rPr spc="5" dirty="0"/>
              <a:t>,</a:t>
            </a:r>
            <a:r>
              <a:rPr spc="10" dirty="0"/>
              <a:t> M</a:t>
            </a:r>
            <a:r>
              <a:rPr spc="15" dirty="0"/>
              <a:t>e</a:t>
            </a:r>
            <a:r>
              <a:rPr spc="-5" dirty="0"/>
              <a:t>d</a:t>
            </a:r>
            <a:r>
              <a:rPr spc="10" dirty="0"/>
              <a:t>i</a:t>
            </a:r>
            <a:r>
              <a:rPr spc="-5" dirty="0"/>
              <a:t>u</a:t>
            </a:r>
            <a:r>
              <a:rPr spc="10" dirty="0"/>
              <a:t>m,</a:t>
            </a:r>
            <a:r>
              <a:rPr spc="30" dirty="0"/>
              <a:t> </a:t>
            </a:r>
            <a:r>
              <a:rPr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5" dirty="0"/>
              <a:t> </a:t>
            </a:r>
            <a:r>
              <a:rPr spc="10" dirty="0"/>
              <a:t>L</a:t>
            </a:r>
            <a:r>
              <a:rPr spc="20" dirty="0"/>
              <a:t>a</a:t>
            </a:r>
            <a:r>
              <a:rPr spc="-15" dirty="0"/>
              <a:t>r</a:t>
            </a:r>
            <a:r>
              <a:rPr spc="20" dirty="0"/>
              <a:t>g</a:t>
            </a:r>
            <a:r>
              <a:rPr spc="10" dirty="0"/>
              <a:t>e</a:t>
            </a:r>
            <a:r>
              <a:rPr spc="-5" dirty="0"/>
              <a:t> B</a:t>
            </a:r>
            <a:r>
              <a:rPr spc="5" dirty="0"/>
              <a:t>r</a:t>
            </a:r>
            <a:r>
              <a:rPr spc="15" dirty="0"/>
              <a:t>e</a:t>
            </a:r>
            <a:r>
              <a:rPr dirty="0"/>
              <a:t>e</a:t>
            </a:r>
            <a:r>
              <a:rPr spc="15" dirty="0"/>
              <a:t>d</a:t>
            </a:r>
            <a:r>
              <a:rPr spc="5" dirty="0"/>
              <a:t>s</a:t>
            </a:r>
          </a:p>
          <a:p>
            <a:pPr marL="252095">
              <a:lnSpc>
                <a:spcPct val="100000"/>
              </a:lnSpc>
              <a:spcBef>
                <a:spcPts val="35"/>
              </a:spcBef>
              <a:tabLst>
                <a:tab pos="2387600" algn="r"/>
              </a:tabLst>
            </a:pPr>
            <a:r>
              <a:rPr spc="-85" dirty="0"/>
              <a:t>P</a:t>
            </a:r>
            <a:r>
              <a:rPr spc="5" dirty="0"/>
              <a:t>r</a:t>
            </a:r>
            <a:r>
              <a:rPr spc="10" dirty="0"/>
              <a:t>oj</a:t>
            </a:r>
            <a:r>
              <a:rPr dirty="0"/>
              <a:t>e</a:t>
            </a:r>
            <a:r>
              <a:rPr spc="15" dirty="0"/>
              <a:t>c</a:t>
            </a:r>
            <a:r>
              <a:rPr spc="5" dirty="0"/>
              <a:t>t</a:t>
            </a:r>
            <a:r>
              <a:rPr spc="-5" dirty="0"/>
              <a:t> </a:t>
            </a:r>
            <a:r>
              <a:rPr spc="5" dirty="0"/>
              <a:t>ID  </a:t>
            </a:r>
            <a:r>
              <a:rPr dirty="0"/>
              <a:t>	1</a:t>
            </a:r>
            <a:r>
              <a:rPr spc="20" dirty="0"/>
              <a:t>9</a:t>
            </a:r>
            <a:r>
              <a:rPr spc="10" dirty="0"/>
              <a:t>3</a:t>
            </a:r>
          </a:p>
          <a:p>
            <a:pPr marL="252095">
              <a:lnSpc>
                <a:spcPct val="100000"/>
              </a:lnSpc>
              <a:spcBef>
                <a:spcPts val="35"/>
              </a:spcBef>
            </a:pPr>
            <a:r>
              <a:rPr spc="-85" dirty="0"/>
              <a:t>P</a:t>
            </a:r>
            <a:r>
              <a:rPr spc="5" dirty="0"/>
              <a:t>r</a:t>
            </a:r>
            <a:r>
              <a:rPr spc="10" dirty="0"/>
              <a:t>oj</a:t>
            </a:r>
            <a:r>
              <a:rPr dirty="0"/>
              <a:t>e</a:t>
            </a:r>
            <a:r>
              <a:rPr spc="15" dirty="0"/>
              <a:t>c</a:t>
            </a:r>
            <a:r>
              <a:rPr spc="5" dirty="0"/>
              <a:t>t</a:t>
            </a:r>
            <a:r>
              <a:rPr spc="-5" dirty="0"/>
              <a:t> </a:t>
            </a:r>
            <a:r>
              <a:rPr spc="15" dirty="0"/>
              <a:t>G</a:t>
            </a:r>
            <a:r>
              <a:rPr spc="-5" dirty="0"/>
              <a:t>u</a:t>
            </a:r>
            <a:r>
              <a:rPr spc="10" dirty="0"/>
              <a:t>ide</a:t>
            </a:r>
            <a:r>
              <a:rPr spc="15" dirty="0"/>
              <a:t> </a:t>
            </a:r>
            <a:r>
              <a:rPr spc="5" dirty="0"/>
              <a:t>:</a:t>
            </a:r>
            <a:r>
              <a:rPr spc="10" dirty="0"/>
              <a:t> </a:t>
            </a:r>
            <a:r>
              <a:rPr spc="-85" dirty="0"/>
              <a:t>P</a:t>
            </a:r>
            <a:r>
              <a:rPr spc="-15" dirty="0"/>
              <a:t>r</a:t>
            </a:r>
            <a:r>
              <a:rPr spc="15" dirty="0"/>
              <a:t>o</a:t>
            </a:r>
            <a:r>
              <a:rPr spc="5" dirty="0"/>
              <a:t>f</a:t>
            </a:r>
            <a:r>
              <a:rPr spc="10" dirty="0"/>
              <a:t>.Umme</a:t>
            </a:r>
            <a:r>
              <a:rPr spc="15" dirty="0"/>
              <a:t> h</a:t>
            </a:r>
            <a:r>
              <a:rPr dirty="0"/>
              <a:t>a</a:t>
            </a:r>
            <a:r>
              <a:rPr spc="20" dirty="0"/>
              <a:t>a</a:t>
            </a:r>
            <a:r>
              <a:rPr spc="15" dirty="0"/>
              <a:t>n</a:t>
            </a:r>
            <a:r>
              <a:rPr spc="5" dirty="0"/>
              <a:t>i</a:t>
            </a:r>
          </a:p>
          <a:p>
            <a:pPr marL="252095">
              <a:lnSpc>
                <a:spcPct val="100000"/>
              </a:lnSpc>
              <a:spcBef>
                <a:spcPts val="35"/>
              </a:spcBef>
              <a:tabLst>
                <a:tab pos="1880870" algn="l"/>
                <a:tab pos="3825240" algn="l"/>
              </a:tabLst>
            </a:pPr>
            <a:r>
              <a:rPr spc="-85" dirty="0"/>
              <a:t>P</a:t>
            </a:r>
            <a:r>
              <a:rPr spc="5" dirty="0"/>
              <a:t>r</a:t>
            </a:r>
            <a:r>
              <a:rPr spc="10" dirty="0"/>
              <a:t>oj</a:t>
            </a:r>
            <a:r>
              <a:rPr dirty="0"/>
              <a:t>e</a:t>
            </a:r>
            <a:r>
              <a:rPr spc="15" dirty="0"/>
              <a:t>c</a:t>
            </a:r>
            <a:r>
              <a:rPr spc="5" dirty="0"/>
              <a:t>t</a:t>
            </a:r>
            <a:r>
              <a:rPr spc="-45" dirty="0"/>
              <a:t> </a:t>
            </a:r>
            <a:r>
              <a:rPr spc="-229" dirty="0"/>
              <a:t>T</a:t>
            </a:r>
            <a:r>
              <a:rPr dirty="0"/>
              <a:t>e</a:t>
            </a:r>
            <a:r>
              <a:rPr spc="20" dirty="0"/>
              <a:t>a</a:t>
            </a:r>
            <a:r>
              <a:rPr spc="15" dirty="0"/>
              <a:t>m</a:t>
            </a:r>
            <a:r>
              <a:rPr dirty="0"/>
              <a:t>	</a:t>
            </a:r>
            <a:r>
              <a:rPr spc="5" dirty="0"/>
              <a:t>:</a:t>
            </a:r>
            <a:r>
              <a:rPr spc="-90" dirty="0"/>
              <a:t> </a:t>
            </a:r>
            <a:r>
              <a:rPr spc="10" dirty="0"/>
              <a:t>A</a:t>
            </a:r>
            <a:r>
              <a:rPr spc="-5" dirty="0"/>
              <a:t>i</a:t>
            </a:r>
            <a:r>
              <a:rPr spc="10" dirty="0"/>
              <a:t>s</a:t>
            </a:r>
            <a:r>
              <a:rPr spc="-5" dirty="0"/>
              <a:t>h</a:t>
            </a:r>
            <a:r>
              <a:rPr spc="20" dirty="0"/>
              <a:t>w</a:t>
            </a:r>
            <a:r>
              <a:rPr dirty="0"/>
              <a:t>a</a:t>
            </a:r>
            <a:r>
              <a:rPr spc="5" dirty="0"/>
              <a:t>r</a:t>
            </a:r>
            <a:r>
              <a:rPr spc="-5" dirty="0"/>
              <a:t>y</a:t>
            </a:r>
            <a:r>
              <a:rPr spc="10" dirty="0"/>
              <a:t>a</a:t>
            </a:r>
            <a:r>
              <a:rPr spc="35" dirty="0"/>
              <a:t> </a:t>
            </a:r>
            <a:r>
              <a:rPr spc="5" dirty="0"/>
              <a:t>r</a:t>
            </a:r>
            <a:r>
              <a:rPr dirty="0"/>
              <a:t>a</a:t>
            </a:r>
            <a:r>
              <a:rPr spc="20" dirty="0"/>
              <a:t>v</a:t>
            </a:r>
            <a:r>
              <a:rPr spc="5" dirty="0"/>
              <a:t>i</a:t>
            </a:r>
            <a:r>
              <a:rPr dirty="0"/>
              <a:t>	</a:t>
            </a:r>
            <a:r>
              <a:rPr spc="5" dirty="0"/>
              <a:t>–</a:t>
            </a:r>
            <a:r>
              <a:rPr spc="10" dirty="0"/>
              <a:t> P</a:t>
            </a:r>
            <a:r>
              <a:rPr spc="-5" dirty="0"/>
              <a:t>E</a:t>
            </a:r>
            <a:r>
              <a:rPr dirty="0"/>
              <a:t>S</a:t>
            </a:r>
            <a:r>
              <a:rPr spc="20" dirty="0"/>
              <a:t>2</a:t>
            </a:r>
            <a:r>
              <a:rPr spc="-10" dirty="0"/>
              <a:t>U</a:t>
            </a:r>
            <a:r>
              <a:rPr spc="15" dirty="0"/>
              <a:t>G</a:t>
            </a:r>
            <a:r>
              <a:rPr spc="20" dirty="0"/>
              <a:t>23</a:t>
            </a:r>
            <a:r>
              <a:rPr spc="10" dirty="0"/>
              <a:t>A</a:t>
            </a:r>
            <a:r>
              <a:rPr spc="-10" dirty="0"/>
              <a:t>M</a:t>
            </a:r>
            <a:r>
              <a:rPr spc="20" dirty="0"/>
              <a:t>00</a:t>
            </a:r>
            <a:r>
              <a:rPr spc="10" dirty="0"/>
              <a:t>8</a:t>
            </a:r>
          </a:p>
          <a:p>
            <a:pPr marL="1998345">
              <a:lnSpc>
                <a:spcPct val="100000"/>
              </a:lnSpc>
              <a:spcBef>
                <a:spcPts val="35"/>
              </a:spcBef>
            </a:pPr>
            <a:r>
              <a:rPr dirty="0"/>
              <a:t>D</a:t>
            </a:r>
            <a:r>
              <a:rPr spc="15" dirty="0"/>
              <a:t>e</a:t>
            </a:r>
            <a:r>
              <a:rPr dirty="0"/>
              <a:t>e</a:t>
            </a:r>
            <a:r>
              <a:rPr spc="10" dirty="0"/>
              <a:t>pi</a:t>
            </a:r>
            <a:r>
              <a:rPr spc="-5" dirty="0"/>
              <a:t>k</a:t>
            </a:r>
            <a:r>
              <a:rPr spc="10" dirty="0"/>
              <a:t>a</a:t>
            </a:r>
            <a:r>
              <a:rPr spc="35" dirty="0"/>
              <a:t> </a:t>
            </a:r>
            <a:r>
              <a:rPr spc="10" dirty="0"/>
              <a:t>N </a:t>
            </a:r>
            <a:r>
              <a:rPr spc="5" dirty="0"/>
              <a:t>–</a:t>
            </a:r>
            <a:r>
              <a:rPr spc="10" dirty="0"/>
              <a:t> P</a:t>
            </a:r>
            <a:r>
              <a:rPr spc="-5" dirty="0"/>
              <a:t>E</a:t>
            </a:r>
            <a:r>
              <a:rPr dirty="0"/>
              <a:t>S</a:t>
            </a:r>
            <a:r>
              <a:rPr spc="20" dirty="0"/>
              <a:t>2</a:t>
            </a:r>
            <a:r>
              <a:rPr spc="10" dirty="0"/>
              <a:t>U</a:t>
            </a:r>
            <a:r>
              <a:rPr spc="15" dirty="0"/>
              <a:t>G</a:t>
            </a:r>
            <a:r>
              <a:rPr dirty="0"/>
              <a:t>2</a:t>
            </a:r>
            <a:r>
              <a:rPr spc="20" dirty="0"/>
              <a:t>3</a:t>
            </a:r>
            <a:r>
              <a:rPr spc="10" dirty="0"/>
              <a:t>AM</a:t>
            </a:r>
            <a:r>
              <a:rPr spc="20" dirty="0"/>
              <a:t>0</a:t>
            </a:r>
            <a:r>
              <a:rPr dirty="0"/>
              <a:t>2</a:t>
            </a:r>
            <a:r>
              <a:rPr spc="10" dirty="0"/>
              <a:t>8</a:t>
            </a:r>
          </a:p>
          <a:p>
            <a:pPr marL="1998345" marR="1005840">
              <a:lnSpc>
                <a:spcPct val="101600"/>
              </a:lnSpc>
            </a:pPr>
            <a:r>
              <a:rPr spc="5" dirty="0"/>
              <a:t>R</a:t>
            </a:r>
            <a:r>
              <a:rPr spc="20" dirty="0"/>
              <a:t>a</a:t>
            </a:r>
            <a:r>
              <a:rPr spc="-5" dirty="0"/>
              <a:t>h</a:t>
            </a:r>
            <a:r>
              <a:rPr spc="15" dirty="0"/>
              <a:t>u</a:t>
            </a:r>
            <a:r>
              <a:rPr spc="5" dirty="0"/>
              <a:t>l</a:t>
            </a:r>
            <a:r>
              <a:rPr spc="35" dirty="0"/>
              <a:t> </a:t>
            </a:r>
            <a:r>
              <a:rPr spc="-15" dirty="0"/>
              <a:t>r</a:t>
            </a:r>
            <a:r>
              <a:rPr spc="20" dirty="0"/>
              <a:t>a</a:t>
            </a:r>
            <a:r>
              <a:rPr spc="10" dirty="0"/>
              <a:t>t</a:t>
            </a:r>
            <a:r>
              <a:rPr spc="-5" dirty="0"/>
              <a:t>h</a:t>
            </a:r>
            <a:r>
              <a:rPr spc="15" dirty="0"/>
              <a:t>o</a:t>
            </a:r>
            <a:r>
              <a:rPr spc="10" dirty="0"/>
              <a:t>d </a:t>
            </a:r>
            <a:r>
              <a:rPr spc="5" dirty="0"/>
              <a:t>–</a:t>
            </a:r>
            <a:r>
              <a:rPr spc="10" dirty="0"/>
              <a:t> P</a:t>
            </a:r>
            <a:r>
              <a:rPr spc="-5" dirty="0"/>
              <a:t>E</a:t>
            </a:r>
            <a:r>
              <a:rPr dirty="0"/>
              <a:t>S</a:t>
            </a:r>
            <a:r>
              <a:rPr spc="20" dirty="0"/>
              <a:t>2</a:t>
            </a:r>
            <a:r>
              <a:rPr spc="10" dirty="0"/>
              <a:t>U</a:t>
            </a:r>
            <a:r>
              <a:rPr spc="15" dirty="0"/>
              <a:t>G</a:t>
            </a:r>
            <a:r>
              <a:rPr dirty="0"/>
              <a:t>2</a:t>
            </a:r>
            <a:r>
              <a:rPr spc="20" dirty="0"/>
              <a:t>3</a:t>
            </a:r>
            <a:r>
              <a:rPr spc="10" dirty="0"/>
              <a:t>C</a:t>
            </a:r>
            <a:r>
              <a:rPr dirty="0"/>
              <a:t>S</a:t>
            </a:r>
            <a:r>
              <a:rPr spc="20" dirty="0"/>
              <a:t>46</a:t>
            </a:r>
            <a:r>
              <a:rPr spc="10" dirty="0"/>
              <a:t>2</a:t>
            </a:r>
            <a:r>
              <a:rPr spc="5" dirty="0"/>
              <a:t> </a:t>
            </a:r>
            <a:r>
              <a:rPr spc="-75" dirty="0"/>
              <a:t>R</a:t>
            </a:r>
            <a:r>
              <a:rPr dirty="0"/>
              <a:t>e</a:t>
            </a:r>
            <a:r>
              <a:rPr spc="15" dirty="0"/>
              <a:t>nu</a:t>
            </a:r>
            <a:r>
              <a:rPr spc="-5" dirty="0"/>
              <a:t>k</a:t>
            </a:r>
            <a:r>
              <a:rPr spc="10" dirty="0"/>
              <a:t>a</a:t>
            </a:r>
            <a:r>
              <a:rPr spc="35" dirty="0"/>
              <a:t> </a:t>
            </a:r>
            <a:r>
              <a:rPr spc="15" dirty="0"/>
              <a:t>G</a:t>
            </a:r>
            <a:r>
              <a:rPr spc="20" dirty="0"/>
              <a:t>a</a:t>
            </a:r>
            <a:r>
              <a:rPr spc="-5" dirty="0"/>
              <a:t>n</a:t>
            </a:r>
            <a:r>
              <a:rPr spc="20" dirty="0"/>
              <a:t>g</a:t>
            </a:r>
            <a:r>
              <a:rPr dirty="0"/>
              <a:t>a</a:t>
            </a:r>
            <a:r>
              <a:rPr spc="15" dirty="0"/>
              <a:t>dh</a:t>
            </a:r>
            <a:r>
              <a:rPr dirty="0"/>
              <a:t>a</a:t>
            </a:r>
            <a:r>
              <a:rPr spc="5" dirty="0"/>
              <a:t>r -</a:t>
            </a:r>
            <a:r>
              <a:rPr spc="10" dirty="0"/>
              <a:t> P</a:t>
            </a:r>
            <a:r>
              <a:rPr spc="-5" dirty="0"/>
              <a:t>E</a:t>
            </a:r>
            <a:r>
              <a:rPr dirty="0"/>
              <a:t>S</a:t>
            </a:r>
            <a:r>
              <a:rPr spc="20" dirty="0"/>
              <a:t>2</a:t>
            </a:r>
            <a:r>
              <a:rPr spc="10" dirty="0"/>
              <a:t>U</a:t>
            </a:r>
            <a:r>
              <a:rPr spc="-5" dirty="0"/>
              <a:t>G</a:t>
            </a:r>
            <a:r>
              <a:rPr spc="20" dirty="0"/>
              <a:t>23</a:t>
            </a:r>
            <a:r>
              <a:rPr spc="10" dirty="0"/>
              <a:t>C</a:t>
            </a:r>
            <a:r>
              <a:rPr dirty="0"/>
              <a:t>S</a:t>
            </a:r>
            <a:r>
              <a:rPr spc="20" dirty="0"/>
              <a:t>4</a:t>
            </a:r>
            <a:r>
              <a:rPr dirty="0"/>
              <a:t>7</a:t>
            </a:r>
            <a:r>
              <a:rPr spc="10" dirty="0"/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77439"/>
            <a:ext cx="6286500" cy="0"/>
          </a:xfrm>
          <a:custGeom>
            <a:avLst/>
            <a:gdLst/>
            <a:ahLst/>
            <a:cxnLst/>
            <a:rect l="l" t="t" r="r" b="b"/>
            <a:pathLst>
              <a:path w="6286500">
                <a:moveTo>
                  <a:pt x="0" y="0"/>
                </a:moveTo>
                <a:lnTo>
                  <a:pt x="6286500" y="0"/>
                </a:lnTo>
              </a:path>
            </a:pathLst>
          </a:custGeom>
          <a:ln w="31750">
            <a:solidFill>
              <a:srgbClr val="33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299" y="3122610"/>
            <a:ext cx="6394450" cy="178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-8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r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b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em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eme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endParaRPr sz="1950">
              <a:latin typeface="Trebuchet MS"/>
              <a:cs typeface="Trebuchet MS"/>
            </a:endParaRPr>
          </a:p>
          <a:p>
            <a:pPr marL="294005" indent="-281305">
              <a:lnSpc>
                <a:spcPct val="100000"/>
              </a:lnSpc>
              <a:spcBef>
                <a:spcPts val="35"/>
              </a:spcBef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co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d 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F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b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y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u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d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y</a:t>
            </a:r>
            <a:endParaRPr sz="1950">
              <a:latin typeface="Trebuchet MS"/>
              <a:cs typeface="Trebuchet MS"/>
            </a:endParaRPr>
          </a:p>
          <a:p>
            <a:pPr marL="294005" indent="-281305">
              <a:lnSpc>
                <a:spcPct val="100000"/>
              </a:lnSpc>
              <a:spcBef>
                <a:spcPts val="35"/>
              </a:spcBef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li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c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/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U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se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 c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endParaRPr sz="1950">
              <a:latin typeface="Trebuchet MS"/>
              <a:cs typeface="Trebuchet MS"/>
            </a:endParaRPr>
          </a:p>
          <a:p>
            <a:pPr marL="294005" indent="-281305">
              <a:lnSpc>
                <a:spcPct val="100000"/>
              </a:lnSpc>
              <a:spcBef>
                <a:spcPts val="35"/>
              </a:spcBef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x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ec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d 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De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li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v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r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b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endParaRPr sz="1950">
              <a:latin typeface="Trebuchet MS"/>
              <a:cs typeface="Trebuchet MS"/>
            </a:endParaRPr>
          </a:p>
          <a:p>
            <a:pPr marL="294005" indent="-281305">
              <a:lnSpc>
                <a:spcPct val="100000"/>
              </a:lnSpc>
              <a:spcBef>
                <a:spcPts val="35"/>
              </a:spcBef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C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on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(</a:t>
            </a:r>
            <a:r>
              <a:rPr sz="1950" spc="-8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h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-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-8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h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-</a:t>
            </a:r>
            <a:r>
              <a:rPr sz="1950" spc="-1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I,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-8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h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-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III)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-8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15" dirty="0">
                <a:solidFill>
                  <a:srgbClr val="0033CC"/>
                </a:solidFill>
                <a:latin typeface="Trebuchet MS"/>
                <a:cs typeface="Trebuchet MS"/>
              </a:rPr>
              <a:t>r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j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c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-2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-75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m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li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endParaRPr sz="1950">
              <a:latin typeface="Trebuchet MS"/>
              <a:cs typeface="Trebuchet MS"/>
            </a:endParaRPr>
          </a:p>
          <a:p>
            <a:pPr marL="294005" indent="-281305">
              <a:lnSpc>
                <a:spcPct val="100000"/>
              </a:lnSpc>
              <a:spcBef>
                <a:spcPts val="35"/>
              </a:spcBef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y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h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r 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f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rm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86128" y="2066843"/>
            <a:ext cx="85153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1950" spc="-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77439"/>
            <a:ext cx="6286500" cy="0"/>
          </a:xfrm>
          <a:custGeom>
            <a:avLst/>
            <a:gdLst/>
            <a:ahLst/>
            <a:cxnLst/>
            <a:rect l="l" t="t" r="r" b="b"/>
            <a:pathLst>
              <a:path w="6286500">
                <a:moveTo>
                  <a:pt x="0" y="0"/>
                </a:moveTo>
                <a:lnTo>
                  <a:pt x="6286500" y="0"/>
                </a:lnTo>
              </a:path>
            </a:pathLst>
          </a:custGeom>
          <a:ln w="31750">
            <a:solidFill>
              <a:srgbClr val="33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88796" y="2066843"/>
            <a:ext cx="7449184" cy="3396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5254625">
              <a:lnSpc>
                <a:spcPct val="100000"/>
              </a:lnSpc>
            </a:pPr>
            <a:r>
              <a:rPr sz="1950" spc="-8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b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le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m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1950" spc="-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-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eme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950" spc="-8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r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b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le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m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em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n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endParaRPr sz="1950">
              <a:latin typeface="Trebuchet MS"/>
              <a:cs typeface="Trebuchet MS"/>
            </a:endParaRPr>
          </a:p>
          <a:p>
            <a:pPr marL="12700" marR="1197610" algn="just">
              <a:lnSpc>
                <a:spcPct val="102400"/>
              </a:lnSpc>
              <a:spcBef>
                <a:spcPts val="15"/>
              </a:spcBef>
            </a:pPr>
            <a:r>
              <a:rPr sz="1450" spc="1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14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5" dirty="0">
                <a:latin typeface="Arial"/>
                <a:cs typeface="Arial"/>
              </a:rPr>
              <a:t>te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fy</a:t>
            </a:r>
            <a:r>
              <a:rPr sz="1450" spc="8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eth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spc="12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spc="1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14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-40" dirty="0">
                <a:latin typeface="Arial"/>
                <a:cs typeface="Arial"/>
              </a:rPr>
              <a:t>f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om</a:t>
            </a:r>
            <a:r>
              <a:rPr sz="1450" spc="10" dirty="0">
                <a:latin typeface="Arial"/>
                <a:cs typeface="Arial"/>
              </a:rPr>
              <a:t> c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mm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or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6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5" dirty="0">
                <a:latin typeface="Arial"/>
                <a:cs typeface="Arial"/>
              </a:rPr>
              <a:t>ll</a:t>
            </a:r>
            <a:r>
              <a:rPr sz="1450" spc="-10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s.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45" dirty="0">
                <a:latin typeface="Arial"/>
                <a:cs typeface="Arial"/>
              </a:rPr>
              <a:t> </a:t>
            </a:r>
            <a:r>
              <a:rPr sz="1450" spc="-1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5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v</a:t>
            </a:r>
            <a:r>
              <a:rPr sz="1450" spc="5" dirty="0">
                <a:latin typeface="Arial"/>
                <a:cs typeface="Arial"/>
              </a:rPr>
              <a:t>ete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4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 c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9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8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5" dirty="0">
                <a:latin typeface="Arial"/>
                <a:cs typeface="Arial"/>
              </a:rPr>
              <a:t>.</a:t>
            </a:r>
            <a:r>
              <a:rPr sz="1450" spc="9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8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0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w</a:t>
            </a:r>
            <a:r>
              <a:rPr sz="1450" spc="9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3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5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5" dirty="0">
                <a:latin typeface="Arial"/>
                <a:cs typeface="Arial"/>
              </a:rPr>
              <a:t>to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4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(l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pp</a:t>
            </a:r>
            <a:r>
              <a:rPr sz="1450" spc="5" dirty="0">
                <a:latin typeface="Arial"/>
                <a:cs typeface="Arial"/>
              </a:rPr>
              <a:t>et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te,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ng,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)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ato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5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20" dirty="0">
                <a:latin typeface="Arial"/>
                <a:cs typeface="Arial"/>
              </a:rPr>
              <a:t>ab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rm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5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4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9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4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sk</a:t>
            </a:r>
            <a:r>
              <a:rPr sz="1450" spc="15" dirty="0">
                <a:latin typeface="Arial"/>
                <a:cs typeface="Arial"/>
              </a:rPr>
              <a:t>in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on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6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or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170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3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mi</a:t>
            </a:r>
            <a:r>
              <a:rPr sz="1450" spc="5" dirty="0">
                <a:latin typeface="Arial"/>
                <a:cs typeface="Arial"/>
              </a:rPr>
              <a:t>t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pe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)</a:t>
            </a:r>
            <a:r>
              <a:rPr sz="1450" spc="5" dirty="0">
                <a:latin typeface="Arial"/>
                <a:cs typeface="Arial"/>
              </a:rPr>
              <a:t>.</a:t>
            </a:r>
            <a:r>
              <a:rPr sz="1450" spc="7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he</a:t>
            </a:r>
            <a:r>
              <a:rPr sz="1450" spc="-15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7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8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3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o</a:t>
            </a:r>
            <a:r>
              <a:rPr sz="1450" spc="75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w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4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v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ab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7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spc="20" dirty="0">
                <a:latin typeface="Arial"/>
                <a:cs typeface="Arial"/>
              </a:rPr>
              <a:t>em</a:t>
            </a:r>
            <a:r>
              <a:rPr sz="1450" spc="6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ha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om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8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sc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v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ce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to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pp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3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s.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0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8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-5" dirty="0">
                <a:latin typeface="Arial"/>
                <a:cs typeface="Arial"/>
              </a:rPr>
              <a:t>y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ti-m</a:t>
            </a:r>
            <a:r>
              <a:rPr sz="1450" spc="20" dirty="0">
                <a:latin typeface="Arial"/>
                <a:cs typeface="Arial"/>
              </a:rPr>
              <a:t>od</a:t>
            </a:r>
            <a:r>
              <a:rPr sz="1450" spc="5" dirty="0">
                <a:latin typeface="Arial"/>
                <a:cs typeface="Arial"/>
              </a:rPr>
              <a:t>al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em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ha</a:t>
            </a:r>
            <a:r>
              <a:rPr sz="1450" spc="5" dirty="0">
                <a:latin typeface="Arial"/>
                <a:cs typeface="Arial"/>
              </a:rPr>
              <a:t>t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z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7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5" dirty="0">
                <a:latin typeface="Arial"/>
                <a:cs typeface="Arial"/>
              </a:rPr>
              <a:t> </a:t>
            </a:r>
            <a:r>
              <a:rPr sz="1450" spc="35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om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7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sc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ge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ea</a:t>
            </a:r>
            <a:r>
              <a:rPr sz="1450" spc="-5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7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-10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li</a:t>
            </a:r>
            <a:r>
              <a:rPr sz="1450" spc="-10" dirty="0">
                <a:latin typeface="Arial"/>
                <a:cs typeface="Arial"/>
              </a:rPr>
              <a:t>g</a:t>
            </a:r>
            <a:r>
              <a:rPr sz="1450" spc="5" dirty="0">
                <a:latin typeface="Arial"/>
                <a:cs typeface="Arial"/>
              </a:rPr>
              <a:t>ht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k</a:t>
            </a:r>
            <a:r>
              <a:rPr sz="1450" spc="5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4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v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de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7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7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7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he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3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y s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ld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k</a:t>
            </a:r>
            <a:r>
              <a:rPr sz="1450" spc="-5" dirty="0">
                <a:latin typeface="Arial"/>
                <a:cs typeface="Arial"/>
              </a:rPr>
              <a:t> 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ri</a:t>
            </a:r>
            <a:r>
              <a:rPr sz="1450" spc="20" dirty="0">
                <a:latin typeface="Arial"/>
                <a:cs typeface="Arial"/>
              </a:rPr>
              <a:t>na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y c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77439"/>
            <a:ext cx="6286500" cy="0"/>
          </a:xfrm>
          <a:custGeom>
            <a:avLst/>
            <a:gdLst/>
            <a:ahLst/>
            <a:cxnLst/>
            <a:rect l="l" t="t" r="r" b="b"/>
            <a:pathLst>
              <a:path w="6286500">
                <a:moveTo>
                  <a:pt x="0" y="0"/>
                </a:moveTo>
                <a:lnTo>
                  <a:pt x="6286500" y="0"/>
                </a:lnTo>
              </a:path>
            </a:pathLst>
          </a:custGeom>
          <a:ln w="31750">
            <a:solidFill>
              <a:srgbClr val="33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15326" y="1940389"/>
            <a:ext cx="7385684" cy="3168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6095">
              <a:lnSpc>
                <a:spcPct val="100000"/>
              </a:lnSpc>
            </a:pP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co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d 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ib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 marR="1131570" indent="69850" algn="just">
              <a:lnSpc>
                <a:spcPct val="103099"/>
              </a:lnSpc>
            </a:pPr>
            <a:r>
              <a:rPr sz="1450" spc="10" dirty="0">
                <a:latin typeface="Arial"/>
                <a:cs typeface="Arial"/>
              </a:rPr>
              <a:t>T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7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j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spc="18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7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</a:t>
            </a:r>
            <a:r>
              <a:rPr sz="1450" spc="18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de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p</a:t>
            </a:r>
            <a:r>
              <a:rPr sz="1450" spc="18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19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-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18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19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he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19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30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ua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-i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pu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s: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5" dirty="0">
                <a:latin typeface="Arial"/>
                <a:cs typeface="Arial"/>
              </a:rPr>
              <a:t>to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s.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T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18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30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spc="15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18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pp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16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,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ed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ent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35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le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ha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or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4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he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25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s.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I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ag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de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30" dirty="0">
                <a:latin typeface="Arial"/>
                <a:cs typeface="Arial"/>
              </a:rPr>
              <a:t>h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5" dirty="0">
                <a:latin typeface="Arial"/>
                <a:cs typeface="Arial"/>
              </a:rPr>
              <a:t>k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sk</a:t>
            </a:r>
            <a:r>
              <a:rPr sz="1450" spc="15" dirty="0">
                <a:latin typeface="Arial"/>
                <a:cs typeface="Arial"/>
              </a:rPr>
              <a:t>in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ob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j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ri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pto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8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np</a:t>
            </a:r>
            <a:r>
              <a:rPr sz="1450" spc="5" dirty="0">
                <a:latin typeface="Arial"/>
                <a:cs typeface="Arial"/>
              </a:rPr>
              <a:t>ut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wi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ptu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be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-1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ha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ge</a:t>
            </a:r>
            <a:r>
              <a:rPr sz="1450" spc="10" dirty="0">
                <a:latin typeface="Arial"/>
                <a:cs typeface="Arial"/>
              </a:rPr>
              <a:t>s.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0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6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1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will</a:t>
            </a:r>
            <a:r>
              <a:rPr sz="1450" spc="12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s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3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np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ts</a:t>
            </a:r>
            <a:r>
              <a:rPr sz="1450" spc="114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to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gg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po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he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h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nd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on</a:t>
            </a:r>
            <a:r>
              <a:rPr sz="1450" spc="10" dirty="0">
                <a:latin typeface="Arial"/>
                <a:cs typeface="Arial"/>
              </a:rPr>
              <a:t>s.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1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1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cc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ia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il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9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90" dirty="0">
                <a:latin typeface="Arial"/>
                <a:cs typeface="Arial"/>
              </a:rPr>
              <a:t> </a:t>
            </a:r>
            <a:r>
              <a:rPr sz="1450" spc="3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e.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0" dirty="0">
                <a:latin typeface="Arial"/>
                <a:cs typeface="Arial"/>
              </a:rPr>
              <a:t> </a:t>
            </a:r>
            <a:r>
              <a:rPr sz="1450" spc="-155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5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ea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1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20" dirty="0">
                <a:latin typeface="Arial"/>
                <a:cs typeface="Arial"/>
              </a:rPr>
              <a:t>x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13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3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13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ts.</a:t>
            </a:r>
            <a:r>
              <a:rPr sz="1450" spc="13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mi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5" dirty="0">
                <a:latin typeface="Arial"/>
                <a:cs typeface="Arial"/>
              </a:rPr>
              <a:t>l</a:t>
            </a:r>
            <a:r>
              <a:rPr sz="1450" spc="3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114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ab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1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</a:t>
            </a:r>
            <a:r>
              <a:rPr sz="1450" spc="14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ch</a:t>
            </a:r>
            <a:r>
              <a:rPr sz="1450" spc="10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or</a:t>
            </a:r>
            <a:r>
              <a:rPr sz="1450" spc="9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MVP</a:t>
            </a:r>
            <a:r>
              <a:rPr sz="1450" spc="7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ph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.</a:t>
            </a:r>
            <a:r>
              <a:rPr sz="1450" spc="9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on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3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5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al</a:t>
            </a:r>
            <a:r>
              <a:rPr sz="1450" spc="11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w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h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ea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spc="9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spc="9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sc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s.</a:t>
            </a:r>
            <a:r>
              <a:rPr sz="1450" spc="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-25" dirty="0">
                <a:latin typeface="Arial"/>
                <a:cs typeface="Arial"/>
              </a:rPr>
              <a:t>f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70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ab</a:t>
            </a:r>
            <a:r>
              <a:rPr sz="1450" spc="-15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5" dirty="0">
                <a:latin typeface="Arial"/>
                <a:cs typeface="Arial"/>
              </a:rPr>
              <a:t>s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5" dirty="0">
                <a:latin typeface="Arial"/>
                <a:cs typeface="Arial"/>
              </a:rPr>
              <a:t>ce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4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7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6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du</a:t>
            </a:r>
            <a:r>
              <a:rPr sz="1450" spc="15" dirty="0">
                <a:latin typeface="Arial"/>
                <a:cs typeface="Arial"/>
              </a:rPr>
              <a:t>ce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ne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-5" dirty="0">
                <a:latin typeface="Arial"/>
                <a:cs typeface="Arial"/>
              </a:rPr>
              <a:t> v</a:t>
            </a:r>
            <a:r>
              <a:rPr sz="1450" spc="5" dirty="0">
                <a:latin typeface="Arial"/>
                <a:cs typeface="Arial"/>
              </a:rPr>
              <a:t>et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ts.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77439"/>
            <a:ext cx="6286500" cy="0"/>
          </a:xfrm>
          <a:custGeom>
            <a:avLst/>
            <a:gdLst/>
            <a:ahLst/>
            <a:cxnLst/>
            <a:rect l="l" t="t" r="r" b="b"/>
            <a:pathLst>
              <a:path w="6286500">
                <a:moveTo>
                  <a:pt x="0" y="0"/>
                </a:moveTo>
                <a:lnTo>
                  <a:pt x="6286500" y="0"/>
                </a:lnTo>
              </a:path>
            </a:pathLst>
          </a:custGeom>
          <a:ln w="31750">
            <a:solidFill>
              <a:srgbClr val="33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9288" y="1940389"/>
            <a:ext cx="8211184" cy="2884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30165">
              <a:lnSpc>
                <a:spcPct val="100000"/>
              </a:lnSpc>
            </a:pP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ca</a:t>
            </a:r>
            <a:r>
              <a:rPr sz="1950" spc="-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io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s/</a:t>
            </a:r>
            <a:r>
              <a:rPr sz="1950" spc="-10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 c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endParaRPr sz="1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34925">
              <a:lnSpc>
                <a:spcPct val="102800"/>
              </a:lnSpc>
            </a:pPr>
            <a:r>
              <a:rPr sz="1450" spc="5" dirty="0">
                <a:latin typeface="Arial"/>
                <a:cs typeface="Arial"/>
              </a:rPr>
              <a:t>•</a:t>
            </a:r>
            <a:r>
              <a:rPr sz="1450" b="1" spc="15" dirty="0">
                <a:latin typeface="Arial"/>
                <a:cs typeface="Arial"/>
              </a:rPr>
              <a:t>E</a:t>
            </a:r>
            <a:r>
              <a:rPr sz="1450" b="1" spc="20" dirty="0">
                <a:latin typeface="Arial"/>
                <a:cs typeface="Arial"/>
              </a:rPr>
              <a:t>a</a:t>
            </a:r>
            <a:r>
              <a:rPr sz="1450" b="1" spc="-5" dirty="0">
                <a:latin typeface="Arial"/>
                <a:cs typeface="Arial"/>
              </a:rPr>
              <a:t>r</a:t>
            </a:r>
            <a:r>
              <a:rPr sz="1450" b="1" spc="10" dirty="0">
                <a:latin typeface="Arial"/>
                <a:cs typeface="Arial"/>
              </a:rPr>
              <a:t>ly</a:t>
            </a:r>
            <a:r>
              <a:rPr sz="1450" b="1" dirty="0">
                <a:latin typeface="Arial"/>
                <a:cs typeface="Arial"/>
              </a:rPr>
              <a:t> </a:t>
            </a:r>
            <a:r>
              <a:rPr sz="1450" b="1" spc="15" dirty="0">
                <a:latin typeface="Arial"/>
                <a:cs typeface="Arial"/>
              </a:rPr>
              <a:t>D</a:t>
            </a:r>
            <a:r>
              <a:rPr sz="1450" b="1" spc="5" dirty="0">
                <a:latin typeface="Arial"/>
                <a:cs typeface="Arial"/>
              </a:rPr>
              <a:t>is</a:t>
            </a:r>
            <a:r>
              <a:rPr sz="1450" b="1" spc="20" dirty="0">
                <a:latin typeface="Arial"/>
                <a:cs typeface="Arial"/>
              </a:rPr>
              <a:t>ea</a:t>
            </a:r>
            <a:r>
              <a:rPr sz="1450" b="1" spc="5" dirty="0">
                <a:latin typeface="Arial"/>
                <a:cs typeface="Arial"/>
              </a:rPr>
              <a:t>s</a:t>
            </a:r>
            <a:r>
              <a:rPr sz="1450" b="1" spc="15" dirty="0">
                <a:latin typeface="Arial"/>
                <a:cs typeface="Arial"/>
              </a:rPr>
              <a:t>e</a:t>
            </a:r>
            <a:r>
              <a:rPr sz="1450" b="1" dirty="0">
                <a:latin typeface="Arial"/>
                <a:cs typeface="Arial"/>
              </a:rPr>
              <a:t> </a:t>
            </a:r>
            <a:r>
              <a:rPr sz="1450" b="1" spc="15" dirty="0">
                <a:latin typeface="Arial"/>
                <a:cs typeface="Arial"/>
              </a:rPr>
              <a:t>D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dirty="0">
                <a:latin typeface="Arial"/>
                <a:cs typeface="Arial"/>
              </a:rPr>
              <a:t>t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5" dirty="0">
                <a:latin typeface="Arial"/>
                <a:cs typeface="Arial"/>
              </a:rPr>
              <a:t>c</a:t>
            </a:r>
            <a:r>
              <a:rPr sz="1450" b="1" dirty="0">
                <a:latin typeface="Arial"/>
                <a:cs typeface="Arial"/>
              </a:rPr>
              <a:t>t</a:t>
            </a:r>
            <a:r>
              <a:rPr sz="1450" b="1" spc="5" dirty="0">
                <a:latin typeface="Arial"/>
                <a:cs typeface="Arial"/>
              </a:rPr>
              <a:t>i</a:t>
            </a:r>
            <a:r>
              <a:rPr sz="1450" b="1" spc="10" dirty="0">
                <a:latin typeface="Arial"/>
                <a:cs typeface="Arial"/>
              </a:rPr>
              <a:t>o</a:t>
            </a:r>
            <a:r>
              <a:rPr sz="1450" b="1" spc="15" dirty="0">
                <a:latin typeface="Arial"/>
                <a:cs typeface="Arial"/>
              </a:rPr>
              <a:t>n</a:t>
            </a:r>
            <a:r>
              <a:rPr sz="1450" b="1" spc="-1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–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de</a:t>
            </a:r>
            <a:r>
              <a:rPr sz="1450" spc="5" dirty="0">
                <a:latin typeface="Arial"/>
                <a:cs typeface="Arial"/>
              </a:rPr>
              <a:t>nt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mm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5" dirty="0">
                <a:latin typeface="Arial"/>
                <a:cs typeface="Arial"/>
              </a:rPr>
              <a:t>e.g.,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sk</a:t>
            </a:r>
            <a:r>
              <a:rPr sz="1450" spc="15" dirty="0">
                <a:latin typeface="Arial"/>
                <a:cs typeface="Arial"/>
              </a:rPr>
              <a:t>in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nfe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3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s)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in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og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15" dirty="0">
                <a:latin typeface="Arial"/>
                <a:cs typeface="Arial"/>
              </a:rPr>
              <a:t>h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pto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spc="3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s.</a:t>
            </a:r>
            <a:endParaRPr sz="1450" dirty="0">
              <a:latin typeface="Arial"/>
              <a:cs typeface="Arial"/>
            </a:endParaRPr>
          </a:p>
          <a:p>
            <a:pPr marL="12700" marR="708660">
              <a:lnSpc>
                <a:spcPts val="1789"/>
              </a:lnSpc>
              <a:spcBef>
                <a:spcPts val="50"/>
              </a:spcBef>
            </a:pPr>
            <a:r>
              <a:rPr lang="en-US" sz="1450" spc="5" dirty="0">
                <a:latin typeface="Arial"/>
                <a:cs typeface="Arial"/>
              </a:rPr>
              <a:t>•</a:t>
            </a:r>
            <a:r>
              <a:rPr lang="en-US" sz="1450" b="1" spc="25" dirty="0">
                <a:latin typeface="Arial"/>
                <a:cs typeface="Arial"/>
              </a:rPr>
              <a:t>B</a:t>
            </a:r>
            <a:r>
              <a:rPr lang="en-US" sz="1450" b="1" spc="-5" dirty="0">
                <a:latin typeface="Arial"/>
                <a:cs typeface="Arial"/>
              </a:rPr>
              <a:t>r</a:t>
            </a:r>
            <a:r>
              <a:rPr lang="en-US" sz="1450" b="1" spc="20" dirty="0">
                <a:latin typeface="Arial"/>
                <a:cs typeface="Arial"/>
              </a:rPr>
              <a:t>ee</a:t>
            </a:r>
            <a:r>
              <a:rPr lang="en-US" sz="1450" b="1" spc="5" dirty="0">
                <a:latin typeface="Arial"/>
                <a:cs typeface="Arial"/>
              </a:rPr>
              <a:t>d-</a:t>
            </a:r>
            <a:r>
              <a:rPr lang="en-US" sz="1450" b="1" spc="15" dirty="0">
                <a:latin typeface="Arial"/>
                <a:cs typeface="Arial"/>
              </a:rPr>
              <a:t>S</a:t>
            </a:r>
            <a:r>
              <a:rPr lang="en-US" sz="1450" b="1" spc="10" dirty="0">
                <a:latin typeface="Arial"/>
                <a:cs typeface="Arial"/>
              </a:rPr>
              <a:t>p</a:t>
            </a:r>
            <a:r>
              <a:rPr lang="en-US" sz="1450" b="1" spc="20" dirty="0">
                <a:latin typeface="Arial"/>
                <a:cs typeface="Arial"/>
              </a:rPr>
              <a:t>e</a:t>
            </a:r>
            <a:r>
              <a:rPr lang="en-US" sz="1450" b="1" spc="5" dirty="0">
                <a:latin typeface="Arial"/>
                <a:cs typeface="Arial"/>
              </a:rPr>
              <a:t>ci</a:t>
            </a:r>
            <a:r>
              <a:rPr lang="en-US" sz="1450" b="1" dirty="0">
                <a:latin typeface="Arial"/>
                <a:cs typeface="Arial"/>
              </a:rPr>
              <a:t>f</a:t>
            </a:r>
            <a:r>
              <a:rPr lang="en-US" sz="1450" b="1" spc="-10" dirty="0">
                <a:latin typeface="Arial"/>
                <a:cs typeface="Arial"/>
              </a:rPr>
              <a:t>i</a:t>
            </a:r>
            <a:r>
              <a:rPr lang="en-US" sz="1450" b="1" spc="15" dirty="0">
                <a:latin typeface="Arial"/>
                <a:cs typeface="Arial"/>
              </a:rPr>
              <a:t>c</a:t>
            </a:r>
            <a:r>
              <a:rPr lang="en-US" sz="1450" b="1" dirty="0">
                <a:latin typeface="Arial"/>
                <a:cs typeface="Arial"/>
              </a:rPr>
              <a:t> </a:t>
            </a:r>
            <a:r>
              <a:rPr lang="en-US" sz="1450" b="1" spc="15" dirty="0">
                <a:latin typeface="Arial"/>
                <a:cs typeface="Arial"/>
              </a:rPr>
              <a:t>H</a:t>
            </a:r>
            <a:r>
              <a:rPr lang="en-US" sz="1450" b="1" spc="20" dirty="0">
                <a:latin typeface="Arial"/>
                <a:cs typeface="Arial"/>
              </a:rPr>
              <a:t>e</a:t>
            </a:r>
            <a:r>
              <a:rPr lang="en-US" sz="1450" b="1" spc="5" dirty="0">
                <a:latin typeface="Arial"/>
                <a:cs typeface="Arial"/>
              </a:rPr>
              <a:t>al</a:t>
            </a:r>
            <a:r>
              <a:rPr lang="en-US" sz="1450" b="1" dirty="0">
                <a:latin typeface="Arial"/>
                <a:cs typeface="Arial"/>
              </a:rPr>
              <a:t>t</a:t>
            </a:r>
            <a:r>
              <a:rPr lang="en-US" sz="1450" b="1" spc="15" dirty="0">
                <a:latin typeface="Arial"/>
                <a:cs typeface="Arial"/>
              </a:rPr>
              <a:t>h</a:t>
            </a:r>
            <a:r>
              <a:rPr lang="en-US" sz="1450" b="1" spc="-5" dirty="0">
                <a:latin typeface="Arial"/>
                <a:cs typeface="Arial"/>
              </a:rPr>
              <a:t> </a:t>
            </a:r>
            <a:r>
              <a:rPr lang="en-US" sz="1450" b="1" spc="15" dirty="0">
                <a:latin typeface="Arial"/>
                <a:cs typeface="Arial"/>
              </a:rPr>
              <a:t>Mo</a:t>
            </a:r>
            <a:r>
              <a:rPr lang="en-US" sz="1450" b="1" spc="25" dirty="0">
                <a:latin typeface="Arial"/>
                <a:cs typeface="Arial"/>
              </a:rPr>
              <a:t>n</a:t>
            </a:r>
            <a:r>
              <a:rPr lang="en-US" sz="1450" b="1" spc="-10" dirty="0">
                <a:latin typeface="Arial"/>
                <a:cs typeface="Arial"/>
              </a:rPr>
              <a:t>i</a:t>
            </a:r>
            <a:r>
              <a:rPr lang="en-US" sz="1450" b="1" spc="5" dirty="0">
                <a:latin typeface="Arial"/>
                <a:cs typeface="Arial"/>
              </a:rPr>
              <a:t>to</a:t>
            </a:r>
            <a:r>
              <a:rPr lang="en-US" sz="1450" b="1" spc="10" dirty="0">
                <a:latin typeface="Arial"/>
                <a:cs typeface="Arial"/>
              </a:rPr>
              <a:t>r</a:t>
            </a:r>
            <a:r>
              <a:rPr lang="en-US" sz="1450" b="1" spc="-10" dirty="0">
                <a:latin typeface="Arial"/>
                <a:cs typeface="Arial"/>
              </a:rPr>
              <a:t>i</a:t>
            </a:r>
            <a:r>
              <a:rPr lang="en-US" sz="1450" b="1" spc="25" dirty="0">
                <a:latin typeface="Arial"/>
                <a:cs typeface="Arial"/>
              </a:rPr>
              <a:t>n</a:t>
            </a:r>
            <a:r>
              <a:rPr lang="en-US" sz="1450" b="1" spc="15" dirty="0">
                <a:latin typeface="Arial"/>
                <a:cs typeface="Arial"/>
              </a:rPr>
              <a:t>g</a:t>
            </a:r>
            <a:r>
              <a:rPr lang="en-US" sz="1450" b="1" dirty="0">
                <a:latin typeface="Arial"/>
                <a:cs typeface="Arial"/>
              </a:rPr>
              <a:t> </a:t>
            </a:r>
            <a:r>
              <a:rPr lang="en-US" sz="1450" spc="15" dirty="0">
                <a:latin typeface="Arial"/>
                <a:cs typeface="Arial"/>
              </a:rPr>
              <a:t>–</a:t>
            </a:r>
            <a:r>
              <a:rPr lang="en-US" sz="1450" dirty="0">
                <a:latin typeface="Arial"/>
                <a:cs typeface="Arial"/>
              </a:rPr>
              <a:t> </a:t>
            </a:r>
            <a:r>
              <a:rPr lang="en-US" sz="1450" spc="5" dirty="0">
                <a:latin typeface="Arial"/>
                <a:cs typeface="Arial"/>
              </a:rPr>
              <a:t>O</a:t>
            </a:r>
            <a:r>
              <a:rPr lang="en-US" sz="1450" spc="-25" dirty="0">
                <a:latin typeface="Arial"/>
                <a:cs typeface="Arial"/>
              </a:rPr>
              <a:t>f</a:t>
            </a:r>
            <a:r>
              <a:rPr lang="en-US" sz="1450" spc="5" dirty="0">
                <a:latin typeface="Arial"/>
                <a:cs typeface="Arial"/>
              </a:rPr>
              <a:t>fe</a:t>
            </a:r>
            <a:r>
              <a:rPr lang="en-US" sz="1450" dirty="0">
                <a:latin typeface="Arial"/>
                <a:cs typeface="Arial"/>
              </a:rPr>
              <a:t>r</a:t>
            </a:r>
            <a:r>
              <a:rPr lang="en-US" sz="1450" spc="10" dirty="0">
                <a:latin typeface="Arial"/>
                <a:cs typeface="Arial"/>
              </a:rPr>
              <a:t>s</a:t>
            </a:r>
            <a:r>
              <a:rPr lang="en-US" sz="1450" spc="25" dirty="0">
                <a:latin typeface="Arial"/>
                <a:cs typeface="Arial"/>
              </a:rPr>
              <a:t> </a:t>
            </a:r>
            <a:r>
              <a:rPr lang="en-US" sz="1450" spc="-10" dirty="0">
                <a:latin typeface="Arial"/>
                <a:cs typeface="Arial"/>
              </a:rPr>
              <a:t>t</a:t>
            </a:r>
            <a:r>
              <a:rPr lang="en-US" sz="1450" spc="20" dirty="0">
                <a:latin typeface="Arial"/>
                <a:cs typeface="Arial"/>
              </a:rPr>
              <a:t>a</a:t>
            </a:r>
            <a:r>
              <a:rPr lang="en-US" sz="1450" dirty="0">
                <a:latin typeface="Arial"/>
                <a:cs typeface="Arial"/>
              </a:rPr>
              <a:t>i</a:t>
            </a:r>
            <a:r>
              <a:rPr lang="en-US" sz="1450" spc="15" dirty="0">
                <a:latin typeface="Arial"/>
                <a:cs typeface="Arial"/>
              </a:rPr>
              <a:t>l</a:t>
            </a:r>
            <a:r>
              <a:rPr lang="en-US" sz="1450" spc="20" dirty="0">
                <a:latin typeface="Arial"/>
                <a:cs typeface="Arial"/>
              </a:rPr>
              <a:t>o</a:t>
            </a:r>
            <a:r>
              <a:rPr lang="en-US" sz="1450" dirty="0">
                <a:latin typeface="Arial"/>
                <a:cs typeface="Arial"/>
              </a:rPr>
              <a:t>r</a:t>
            </a:r>
            <a:r>
              <a:rPr lang="en-US" sz="1450" spc="5" dirty="0">
                <a:latin typeface="Arial"/>
                <a:cs typeface="Arial"/>
              </a:rPr>
              <a:t>e</a:t>
            </a:r>
            <a:r>
              <a:rPr lang="en-US" sz="1450" spc="15" dirty="0">
                <a:latin typeface="Arial"/>
                <a:cs typeface="Arial"/>
              </a:rPr>
              <a:t>d</a:t>
            </a:r>
            <a:r>
              <a:rPr lang="en-US" sz="1450" spc="-15" dirty="0">
                <a:latin typeface="Arial"/>
                <a:cs typeface="Arial"/>
              </a:rPr>
              <a:t> </a:t>
            </a:r>
            <a:r>
              <a:rPr lang="en-US" sz="1450" spc="15" dirty="0">
                <a:latin typeface="Arial"/>
                <a:cs typeface="Arial"/>
              </a:rPr>
              <a:t>i</a:t>
            </a:r>
            <a:r>
              <a:rPr lang="en-US" sz="1450" spc="20" dirty="0">
                <a:latin typeface="Arial"/>
                <a:cs typeface="Arial"/>
              </a:rPr>
              <a:t>n</a:t>
            </a:r>
            <a:r>
              <a:rPr lang="en-US" sz="1450" spc="10" dirty="0">
                <a:latin typeface="Arial"/>
                <a:cs typeface="Arial"/>
              </a:rPr>
              <a:t>s</a:t>
            </a:r>
            <a:r>
              <a:rPr lang="en-US" sz="1450" dirty="0">
                <a:latin typeface="Arial"/>
                <a:cs typeface="Arial"/>
              </a:rPr>
              <a:t>i</a:t>
            </a:r>
            <a:r>
              <a:rPr lang="en-US" sz="1450" spc="20" dirty="0">
                <a:latin typeface="Arial"/>
                <a:cs typeface="Arial"/>
              </a:rPr>
              <a:t>gh</a:t>
            </a:r>
            <a:r>
              <a:rPr lang="en-US" sz="1450" spc="-10" dirty="0">
                <a:latin typeface="Arial"/>
                <a:cs typeface="Arial"/>
              </a:rPr>
              <a:t>t</a:t>
            </a:r>
            <a:r>
              <a:rPr lang="en-US" sz="1450" spc="10" dirty="0">
                <a:latin typeface="Arial"/>
                <a:cs typeface="Arial"/>
              </a:rPr>
              <a:t>s</a:t>
            </a:r>
            <a:r>
              <a:rPr lang="en-US" sz="1450" spc="-5" dirty="0">
                <a:latin typeface="Arial"/>
                <a:cs typeface="Arial"/>
              </a:rPr>
              <a:t> </a:t>
            </a:r>
            <a:r>
              <a:rPr lang="en-US" sz="1450" spc="5" dirty="0">
                <a:latin typeface="Arial"/>
                <a:cs typeface="Arial"/>
              </a:rPr>
              <a:t>b</a:t>
            </a:r>
            <a:r>
              <a:rPr lang="en-US" sz="1450" spc="20" dirty="0">
                <a:latin typeface="Arial"/>
                <a:cs typeface="Arial"/>
              </a:rPr>
              <a:t>a</a:t>
            </a:r>
            <a:r>
              <a:rPr lang="en-US" sz="1450" spc="10" dirty="0">
                <a:latin typeface="Arial"/>
                <a:cs typeface="Arial"/>
              </a:rPr>
              <a:t>s</a:t>
            </a:r>
            <a:r>
              <a:rPr lang="en-US" sz="1450" spc="20" dirty="0">
                <a:latin typeface="Arial"/>
                <a:cs typeface="Arial"/>
              </a:rPr>
              <a:t>e</a:t>
            </a:r>
            <a:r>
              <a:rPr lang="en-US" sz="1450" spc="15" dirty="0">
                <a:latin typeface="Arial"/>
                <a:cs typeface="Arial"/>
              </a:rPr>
              <a:t>d</a:t>
            </a:r>
            <a:r>
              <a:rPr lang="en-US" sz="1450" spc="-15" dirty="0">
                <a:latin typeface="Arial"/>
                <a:cs typeface="Arial"/>
              </a:rPr>
              <a:t> </a:t>
            </a:r>
            <a:r>
              <a:rPr lang="en-US" sz="1450" spc="5" dirty="0">
                <a:latin typeface="Arial"/>
                <a:cs typeface="Arial"/>
              </a:rPr>
              <a:t>o</a:t>
            </a:r>
            <a:r>
              <a:rPr lang="en-US" sz="1450" spc="15" dirty="0">
                <a:latin typeface="Arial"/>
                <a:cs typeface="Arial"/>
              </a:rPr>
              <a:t>n </a:t>
            </a:r>
            <a:r>
              <a:rPr lang="en-US" sz="1450" spc="5" dirty="0">
                <a:latin typeface="Arial"/>
                <a:cs typeface="Arial"/>
              </a:rPr>
              <a:t>b</a:t>
            </a:r>
            <a:r>
              <a:rPr lang="en-US" sz="1450" dirty="0">
                <a:latin typeface="Arial"/>
                <a:cs typeface="Arial"/>
              </a:rPr>
              <a:t>r</a:t>
            </a:r>
            <a:r>
              <a:rPr lang="en-US" sz="1450" spc="20" dirty="0">
                <a:latin typeface="Arial"/>
                <a:cs typeface="Arial"/>
              </a:rPr>
              <a:t>ee</a:t>
            </a:r>
            <a:r>
              <a:rPr lang="en-US" sz="1450" spc="15" dirty="0">
                <a:latin typeface="Arial"/>
                <a:cs typeface="Arial"/>
              </a:rPr>
              <a:t>d</a:t>
            </a:r>
            <a:r>
              <a:rPr lang="en-US" sz="1450" dirty="0">
                <a:latin typeface="Arial"/>
                <a:cs typeface="Arial"/>
              </a:rPr>
              <a:t> </a:t>
            </a:r>
            <a:r>
              <a:rPr lang="en-US" sz="1450" spc="10" dirty="0">
                <a:latin typeface="Arial"/>
                <a:cs typeface="Arial"/>
              </a:rPr>
              <a:t>s</a:t>
            </a:r>
            <a:r>
              <a:rPr lang="en-US" sz="1450" dirty="0">
                <a:latin typeface="Arial"/>
                <a:cs typeface="Arial"/>
              </a:rPr>
              <a:t>i</a:t>
            </a:r>
            <a:r>
              <a:rPr lang="en-US" sz="1450" spc="15" dirty="0">
                <a:latin typeface="Arial"/>
                <a:cs typeface="Arial"/>
              </a:rPr>
              <a:t>ze</a:t>
            </a:r>
            <a:r>
              <a:rPr lang="en-US" sz="1450" spc="-15" dirty="0">
                <a:latin typeface="Arial"/>
                <a:cs typeface="Arial"/>
              </a:rPr>
              <a:t> </a:t>
            </a:r>
            <a:r>
              <a:rPr lang="en-US" sz="1450" dirty="0">
                <a:latin typeface="Arial"/>
                <a:cs typeface="Arial"/>
              </a:rPr>
              <a:t>(</a:t>
            </a:r>
            <a:r>
              <a:rPr lang="en-US" sz="1450" spc="10" dirty="0">
                <a:latin typeface="Arial"/>
                <a:cs typeface="Arial"/>
              </a:rPr>
              <a:t>s</a:t>
            </a:r>
            <a:r>
              <a:rPr lang="en-US" sz="1450" spc="25" dirty="0">
                <a:latin typeface="Arial"/>
                <a:cs typeface="Arial"/>
              </a:rPr>
              <a:t>m</a:t>
            </a:r>
            <a:r>
              <a:rPr lang="en-US" sz="1450" spc="5" dirty="0">
                <a:latin typeface="Arial"/>
                <a:cs typeface="Arial"/>
              </a:rPr>
              <a:t>a</a:t>
            </a:r>
            <a:r>
              <a:rPr lang="en-US" sz="1450" spc="15" dirty="0">
                <a:latin typeface="Arial"/>
                <a:cs typeface="Arial"/>
              </a:rPr>
              <a:t>l</a:t>
            </a:r>
            <a:r>
              <a:rPr lang="en-US" sz="1450" dirty="0">
                <a:latin typeface="Arial"/>
                <a:cs typeface="Arial"/>
              </a:rPr>
              <a:t>l</a:t>
            </a:r>
            <a:r>
              <a:rPr lang="en-US" sz="1450" spc="5" dirty="0">
                <a:latin typeface="Arial"/>
                <a:cs typeface="Arial"/>
              </a:rPr>
              <a:t>, </a:t>
            </a:r>
            <a:r>
              <a:rPr lang="en-US" sz="1450" spc="15" dirty="0">
                <a:latin typeface="Arial"/>
                <a:cs typeface="Arial"/>
              </a:rPr>
              <a:t>m</a:t>
            </a:r>
            <a:r>
              <a:rPr lang="en-US" sz="1450" spc="20" dirty="0">
                <a:latin typeface="Arial"/>
                <a:cs typeface="Arial"/>
              </a:rPr>
              <a:t>e</a:t>
            </a:r>
            <a:r>
              <a:rPr lang="en-US" sz="1450" spc="5" dirty="0">
                <a:latin typeface="Arial"/>
                <a:cs typeface="Arial"/>
              </a:rPr>
              <a:t>d</a:t>
            </a:r>
            <a:r>
              <a:rPr lang="en-US" sz="1450" spc="15" dirty="0">
                <a:latin typeface="Arial"/>
                <a:cs typeface="Arial"/>
              </a:rPr>
              <a:t>i</a:t>
            </a:r>
            <a:r>
              <a:rPr lang="en-US" sz="1450" spc="20" dirty="0">
                <a:latin typeface="Arial"/>
                <a:cs typeface="Arial"/>
              </a:rPr>
              <a:t>u</a:t>
            </a:r>
            <a:r>
              <a:rPr lang="en-US" sz="1450" spc="15" dirty="0">
                <a:latin typeface="Arial"/>
                <a:cs typeface="Arial"/>
              </a:rPr>
              <a:t>m</a:t>
            </a:r>
            <a:r>
              <a:rPr lang="en-US" sz="1450" spc="5" dirty="0">
                <a:latin typeface="Arial"/>
                <a:cs typeface="Arial"/>
              </a:rPr>
              <a:t>,</a:t>
            </a:r>
            <a:r>
              <a:rPr lang="en-US" sz="1450" spc="-15" dirty="0">
                <a:latin typeface="Arial"/>
                <a:cs typeface="Arial"/>
              </a:rPr>
              <a:t> </a:t>
            </a:r>
            <a:r>
              <a:rPr lang="en-US" sz="1450" spc="15" dirty="0">
                <a:latin typeface="Arial"/>
                <a:cs typeface="Arial"/>
              </a:rPr>
              <a:t>l</a:t>
            </a:r>
            <a:r>
              <a:rPr lang="en-US" sz="1450" spc="20" dirty="0">
                <a:latin typeface="Arial"/>
                <a:cs typeface="Arial"/>
              </a:rPr>
              <a:t>a</a:t>
            </a:r>
            <a:r>
              <a:rPr lang="en-US" sz="1450" dirty="0">
                <a:latin typeface="Arial"/>
                <a:cs typeface="Arial"/>
              </a:rPr>
              <a:t>r</a:t>
            </a:r>
            <a:r>
              <a:rPr lang="en-US" sz="1450" spc="5" dirty="0">
                <a:latin typeface="Arial"/>
                <a:cs typeface="Arial"/>
              </a:rPr>
              <a:t>g</a:t>
            </a:r>
            <a:r>
              <a:rPr lang="en-US" sz="1450" spc="20" dirty="0">
                <a:latin typeface="Arial"/>
                <a:cs typeface="Arial"/>
              </a:rPr>
              <a:t>e</a:t>
            </a:r>
            <a:r>
              <a:rPr lang="en-US" sz="1450" spc="5" dirty="0">
                <a:latin typeface="Arial"/>
                <a:cs typeface="Arial"/>
              </a:rPr>
              <a:t>)</a:t>
            </a:r>
            <a:r>
              <a:rPr lang="en-US" sz="1450" spc="-10" dirty="0">
                <a:latin typeface="Arial"/>
                <a:cs typeface="Arial"/>
              </a:rPr>
              <a:t> </a:t>
            </a:r>
            <a:r>
              <a:rPr lang="en-US" sz="1450" spc="5" dirty="0">
                <a:latin typeface="Arial"/>
                <a:cs typeface="Arial"/>
              </a:rPr>
              <a:t>a</a:t>
            </a:r>
            <a:r>
              <a:rPr lang="en-US" sz="1450" spc="20" dirty="0">
                <a:latin typeface="Arial"/>
                <a:cs typeface="Arial"/>
              </a:rPr>
              <a:t>n</a:t>
            </a:r>
            <a:r>
              <a:rPr lang="en-US" sz="1450" spc="15" dirty="0">
                <a:latin typeface="Arial"/>
                <a:cs typeface="Arial"/>
              </a:rPr>
              <a:t>d</a:t>
            </a:r>
            <a:r>
              <a:rPr lang="en-US" sz="1450" dirty="0">
                <a:latin typeface="Arial"/>
                <a:cs typeface="Arial"/>
              </a:rPr>
              <a:t> </a:t>
            </a:r>
            <a:r>
              <a:rPr lang="en-US" sz="1450" spc="10" dirty="0">
                <a:latin typeface="Arial"/>
                <a:cs typeface="Arial"/>
              </a:rPr>
              <a:t>c</a:t>
            </a:r>
            <a:r>
              <a:rPr lang="en-US" sz="1450" spc="20" dirty="0">
                <a:latin typeface="Arial"/>
                <a:cs typeface="Arial"/>
              </a:rPr>
              <a:t>o</a:t>
            </a:r>
            <a:r>
              <a:rPr lang="en-US" sz="1450" spc="15" dirty="0">
                <a:latin typeface="Arial"/>
                <a:cs typeface="Arial"/>
              </a:rPr>
              <a:t>mm</a:t>
            </a:r>
            <a:r>
              <a:rPr lang="en-US" sz="1450" spc="20" dirty="0">
                <a:latin typeface="Arial"/>
                <a:cs typeface="Arial"/>
              </a:rPr>
              <a:t>o</a:t>
            </a:r>
            <a:r>
              <a:rPr lang="en-US" sz="1450" spc="15" dirty="0">
                <a:latin typeface="Arial"/>
                <a:cs typeface="Arial"/>
              </a:rPr>
              <a:t>n</a:t>
            </a:r>
            <a:r>
              <a:rPr lang="en-US" sz="1450" dirty="0">
                <a:latin typeface="Arial"/>
                <a:cs typeface="Arial"/>
              </a:rPr>
              <a:t> </a:t>
            </a:r>
            <a:r>
              <a:rPr lang="en-US" sz="1450" spc="5" dirty="0">
                <a:latin typeface="Arial"/>
                <a:cs typeface="Arial"/>
              </a:rPr>
              <a:t>h</a:t>
            </a:r>
            <a:r>
              <a:rPr lang="en-US" sz="1450" spc="20" dirty="0">
                <a:latin typeface="Arial"/>
                <a:cs typeface="Arial"/>
              </a:rPr>
              <a:t>ea</a:t>
            </a:r>
            <a:r>
              <a:rPr lang="en-US" sz="1450" dirty="0">
                <a:latin typeface="Arial"/>
                <a:cs typeface="Arial"/>
              </a:rPr>
              <a:t>l</a:t>
            </a:r>
            <a:r>
              <a:rPr lang="en-US" sz="1450" spc="10" dirty="0">
                <a:latin typeface="Arial"/>
                <a:cs typeface="Arial"/>
              </a:rPr>
              <a:t>th</a:t>
            </a:r>
            <a:r>
              <a:rPr lang="en-US" sz="1450" spc="-15" dirty="0">
                <a:latin typeface="Arial"/>
                <a:cs typeface="Arial"/>
              </a:rPr>
              <a:t> </a:t>
            </a:r>
            <a:r>
              <a:rPr lang="en-US" sz="1450" dirty="0">
                <a:latin typeface="Arial"/>
                <a:cs typeface="Arial"/>
              </a:rPr>
              <a:t>ri</a:t>
            </a:r>
            <a:r>
              <a:rPr lang="en-US" sz="1450" spc="10" dirty="0">
                <a:latin typeface="Arial"/>
                <a:cs typeface="Arial"/>
              </a:rPr>
              <a:t>sks.</a:t>
            </a:r>
            <a:endParaRPr lang="en-US" sz="1450" dirty="0">
              <a:latin typeface="Arial"/>
              <a:cs typeface="Arial"/>
            </a:endParaRPr>
          </a:p>
          <a:p>
            <a:pPr marL="12700" marR="133350">
              <a:lnSpc>
                <a:spcPct val="102099"/>
              </a:lnSpc>
              <a:spcBef>
                <a:spcPts val="10"/>
              </a:spcBef>
            </a:pPr>
            <a:r>
              <a:rPr sz="1450" spc="5" dirty="0">
                <a:latin typeface="Arial"/>
                <a:cs typeface="Arial"/>
              </a:rPr>
              <a:t>•</a:t>
            </a:r>
            <a:r>
              <a:rPr sz="1450" b="1" spc="15" dirty="0">
                <a:latin typeface="Arial"/>
                <a:cs typeface="Arial"/>
              </a:rPr>
              <a:t>E</a:t>
            </a:r>
            <a:r>
              <a:rPr sz="1450" b="1" spc="10" dirty="0">
                <a:latin typeface="Arial"/>
                <a:cs typeface="Arial"/>
              </a:rPr>
              <a:t>d</a:t>
            </a:r>
            <a:r>
              <a:rPr sz="1450" b="1" spc="25" dirty="0">
                <a:latin typeface="Arial"/>
                <a:cs typeface="Arial"/>
              </a:rPr>
              <a:t>u</a:t>
            </a:r>
            <a:r>
              <a:rPr sz="1450" b="1" spc="5" dirty="0">
                <a:latin typeface="Arial"/>
                <a:cs typeface="Arial"/>
              </a:rPr>
              <a:t>c</a:t>
            </a:r>
            <a:r>
              <a:rPr sz="1450" b="1" spc="20" dirty="0">
                <a:latin typeface="Arial"/>
                <a:cs typeface="Arial"/>
              </a:rPr>
              <a:t>a</a:t>
            </a:r>
            <a:r>
              <a:rPr sz="1450" b="1" dirty="0">
                <a:latin typeface="Arial"/>
                <a:cs typeface="Arial"/>
              </a:rPr>
              <a:t>t</a:t>
            </a:r>
            <a:r>
              <a:rPr sz="1450" b="1" spc="-10" dirty="0">
                <a:latin typeface="Arial"/>
                <a:cs typeface="Arial"/>
              </a:rPr>
              <a:t>i</a:t>
            </a:r>
            <a:r>
              <a:rPr sz="1450" b="1" spc="25" dirty="0">
                <a:latin typeface="Arial"/>
                <a:cs typeface="Arial"/>
              </a:rPr>
              <a:t>o</a:t>
            </a:r>
            <a:r>
              <a:rPr sz="1450" b="1" spc="10" dirty="0">
                <a:latin typeface="Arial"/>
                <a:cs typeface="Arial"/>
              </a:rPr>
              <a:t>n</a:t>
            </a:r>
            <a:r>
              <a:rPr sz="1450" b="1" spc="20" dirty="0">
                <a:latin typeface="Arial"/>
                <a:cs typeface="Arial"/>
              </a:rPr>
              <a:t>a</a:t>
            </a:r>
            <a:r>
              <a:rPr sz="1450" b="1" spc="5" dirty="0">
                <a:latin typeface="Arial"/>
                <a:cs typeface="Arial"/>
              </a:rPr>
              <a:t>l</a:t>
            </a:r>
            <a:r>
              <a:rPr sz="1450" b="1" spc="-15" dirty="0">
                <a:latin typeface="Arial"/>
                <a:cs typeface="Arial"/>
              </a:rPr>
              <a:t> </a:t>
            </a:r>
            <a:r>
              <a:rPr sz="1450" b="1" spc="-125" dirty="0">
                <a:latin typeface="Arial"/>
                <a:cs typeface="Arial"/>
              </a:rPr>
              <a:t>T</a:t>
            </a:r>
            <a:r>
              <a:rPr sz="1450" b="1" spc="10" dirty="0">
                <a:latin typeface="Arial"/>
                <a:cs typeface="Arial"/>
              </a:rPr>
              <a:t>o</a:t>
            </a:r>
            <a:r>
              <a:rPr sz="1450" b="1" spc="25" dirty="0">
                <a:latin typeface="Arial"/>
                <a:cs typeface="Arial"/>
              </a:rPr>
              <a:t>o</a:t>
            </a:r>
            <a:r>
              <a:rPr sz="1450" b="1" spc="5" dirty="0">
                <a:latin typeface="Arial"/>
                <a:cs typeface="Arial"/>
              </a:rPr>
              <a:t>l</a:t>
            </a:r>
            <a:r>
              <a:rPr sz="1450" b="1" dirty="0">
                <a:latin typeface="Arial"/>
                <a:cs typeface="Arial"/>
              </a:rPr>
              <a:t> f</a:t>
            </a:r>
            <a:r>
              <a:rPr sz="1450" b="1" spc="25" dirty="0">
                <a:latin typeface="Arial"/>
                <a:cs typeface="Arial"/>
              </a:rPr>
              <a:t>o</a:t>
            </a:r>
            <a:r>
              <a:rPr sz="1450" b="1" spc="10" dirty="0">
                <a:latin typeface="Arial"/>
                <a:cs typeface="Arial"/>
              </a:rPr>
              <a:t>r</a:t>
            </a:r>
            <a:r>
              <a:rPr sz="1450" b="1" dirty="0">
                <a:latin typeface="Arial"/>
                <a:cs typeface="Arial"/>
              </a:rPr>
              <a:t> </a:t>
            </a:r>
            <a:r>
              <a:rPr sz="1450" b="1" spc="15" dirty="0">
                <a:latin typeface="Arial"/>
                <a:cs typeface="Arial"/>
              </a:rPr>
              <a:t>P</a:t>
            </a:r>
            <a:r>
              <a:rPr sz="1450" b="1" spc="5" dirty="0">
                <a:latin typeface="Arial"/>
                <a:cs typeface="Arial"/>
              </a:rPr>
              <a:t>et O</a:t>
            </a:r>
            <a:r>
              <a:rPr sz="1450" b="1" spc="60" dirty="0">
                <a:latin typeface="Arial"/>
                <a:cs typeface="Arial"/>
              </a:rPr>
              <a:t>w</a:t>
            </a:r>
            <a:r>
              <a:rPr sz="1450" b="1" spc="-5" dirty="0">
                <a:latin typeface="Arial"/>
                <a:cs typeface="Arial"/>
              </a:rPr>
              <a:t>n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10" dirty="0">
                <a:latin typeface="Arial"/>
                <a:cs typeface="Arial"/>
              </a:rPr>
              <a:t>rs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– </a:t>
            </a:r>
            <a:r>
              <a:rPr sz="1450" spc="-1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rms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pt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ee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-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pe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h</a:t>
            </a:r>
            <a:r>
              <a:rPr sz="1450" spc="10" dirty="0">
                <a:latin typeface="Arial"/>
                <a:cs typeface="Arial"/>
              </a:rPr>
              <a:t> c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s.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50" spc="5" dirty="0">
                <a:latin typeface="Arial"/>
                <a:cs typeface="Arial"/>
              </a:rPr>
              <a:t>•</a:t>
            </a:r>
            <a:r>
              <a:rPr sz="1450" b="1" spc="-125" dirty="0">
                <a:latin typeface="Arial"/>
                <a:cs typeface="Arial"/>
              </a:rPr>
              <a:t>T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-10" dirty="0">
                <a:latin typeface="Arial"/>
                <a:cs typeface="Arial"/>
              </a:rPr>
              <a:t>l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10" dirty="0">
                <a:latin typeface="Arial"/>
                <a:cs typeface="Arial"/>
              </a:rPr>
              <a:t>h</a:t>
            </a:r>
            <a:r>
              <a:rPr sz="1450" b="1" spc="20" dirty="0">
                <a:latin typeface="Arial"/>
                <a:cs typeface="Arial"/>
              </a:rPr>
              <a:t>ea</a:t>
            </a:r>
            <a:r>
              <a:rPr sz="1450" b="1" spc="-10" dirty="0">
                <a:latin typeface="Arial"/>
                <a:cs typeface="Arial"/>
              </a:rPr>
              <a:t>l</a:t>
            </a:r>
            <a:r>
              <a:rPr sz="1450" b="1" dirty="0">
                <a:latin typeface="Arial"/>
                <a:cs typeface="Arial"/>
              </a:rPr>
              <a:t>t</a:t>
            </a:r>
            <a:r>
              <a:rPr sz="1450" b="1" spc="15" dirty="0">
                <a:latin typeface="Arial"/>
                <a:cs typeface="Arial"/>
              </a:rPr>
              <a:t>h</a:t>
            </a:r>
            <a:r>
              <a:rPr sz="1450" b="1" spc="25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I</a:t>
            </a:r>
            <a:r>
              <a:rPr sz="1450" b="1" spc="5" dirty="0">
                <a:latin typeface="Arial"/>
                <a:cs typeface="Arial"/>
              </a:rPr>
              <a:t>nt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10" dirty="0">
                <a:latin typeface="Arial"/>
                <a:cs typeface="Arial"/>
              </a:rPr>
              <a:t>gr</a:t>
            </a:r>
            <a:r>
              <a:rPr sz="1450" b="1" spc="20" dirty="0">
                <a:latin typeface="Arial"/>
                <a:cs typeface="Arial"/>
              </a:rPr>
              <a:t>a</a:t>
            </a:r>
            <a:r>
              <a:rPr sz="1450" b="1" dirty="0">
                <a:latin typeface="Arial"/>
                <a:cs typeface="Arial"/>
              </a:rPr>
              <a:t>t</a:t>
            </a:r>
            <a:r>
              <a:rPr sz="1450" b="1" spc="-10" dirty="0">
                <a:latin typeface="Arial"/>
                <a:cs typeface="Arial"/>
              </a:rPr>
              <a:t>i</a:t>
            </a:r>
            <a:r>
              <a:rPr sz="1450" b="1" spc="25" dirty="0">
                <a:latin typeface="Arial"/>
                <a:cs typeface="Arial"/>
              </a:rPr>
              <a:t>o</a:t>
            </a:r>
            <a:r>
              <a:rPr sz="1450" b="1" spc="15" dirty="0">
                <a:latin typeface="Arial"/>
                <a:cs typeface="Arial"/>
              </a:rPr>
              <a:t>n</a:t>
            </a:r>
            <a:r>
              <a:rPr sz="1450" b="1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–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20" dirty="0">
                <a:latin typeface="Arial"/>
                <a:cs typeface="Arial"/>
              </a:rPr>
              <a:t>x</a:t>
            </a:r>
            <a:r>
              <a:rPr sz="1450" spc="5" dirty="0">
                <a:latin typeface="Arial"/>
                <a:cs typeface="Arial"/>
              </a:rPr>
              <a:t>te</a:t>
            </a:r>
            <a:r>
              <a:rPr sz="1450" spc="20" dirty="0">
                <a:latin typeface="Arial"/>
                <a:cs typeface="Arial"/>
              </a:rPr>
              <a:t>nd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 </a:t>
            </a:r>
            <a:r>
              <a:rPr sz="1450" spc="10" dirty="0">
                <a:latin typeface="Arial"/>
                <a:cs typeface="Arial"/>
              </a:rPr>
              <a:t>to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up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te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tat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w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h </a:t>
            </a:r>
            <a:r>
              <a:rPr sz="1450" spc="-10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s.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spc="5" dirty="0">
                <a:latin typeface="Arial"/>
                <a:cs typeface="Arial"/>
              </a:rPr>
              <a:t>•</a:t>
            </a:r>
            <a:r>
              <a:rPr sz="1450" b="1" spc="15" dirty="0">
                <a:latin typeface="Arial"/>
                <a:cs typeface="Arial"/>
              </a:rPr>
              <a:t>P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5" dirty="0">
                <a:latin typeface="Arial"/>
                <a:cs typeface="Arial"/>
              </a:rPr>
              <a:t>t</a:t>
            </a:r>
            <a:r>
              <a:rPr sz="1450" b="1" spc="-1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W</a:t>
            </a:r>
            <a:r>
              <a:rPr sz="1450" b="1" spc="5" dirty="0">
                <a:latin typeface="Arial"/>
                <a:cs typeface="Arial"/>
              </a:rPr>
              <a:t>el</a:t>
            </a:r>
            <a:r>
              <a:rPr sz="1450" b="1" spc="-10" dirty="0">
                <a:latin typeface="Arial"/>
                <a:cs typeface="Arial"/>
              </a:rPr>
              <a:t>l</a:t>
            </a:r>
            <a:r>
              <a:rPr sz="1450" b="1" spc="25" dirty="0">
                <a:latin typeface="Arial"/>
                <a:cs typeface="Arial"/>
              </a:rPr>
              <a:t>n</a:t>
            </a:r>
            <a:r>
              <a:rPr sz="1450" b="1" spc="5" dirty="0">
                <a:latin typeface="Arial"/>
                <a:cs typeface="Arial"/>
              </a:rPr>
              <a:t>e</a:t>
            </a:r>
            <a:r>
              <a:rPr sz="1450" b="1" spc="20" dirty="0">
                <a:latin typeface="Arial"/>
                <a:cs typeface="Arial"/>
              </a:rPr>
              <a:t>s</a:t>
            </a:r>
            <a:r>
              <a:rPr sz="1450" b="1" spc="15" dirty="0">
                <a:latin typeface="Arial"/>
                <a:cs typeface="Arial"/>
              </a:rPr>
              <a:t>s</a:t>
            </a:r>
            <a:r>
              <a:rPr sz="1450" b="1" spc="-55" dirty="0">
                <a:latin typeface="Arial"/>
                <a:cs typeface="Arial"/>
              </a:rPr>
              <a:t> </a:t>
            </a:r>
            <a:r>
              <a:rPr sz="1450" b="1" spc="-45" dirty="0">
                <a:latin typeface="Arial"/>
                <a:cs typeface="Arial"/>
              </a:rPr>
              <a:t>A</a:t>
            </a:r>
            <a:r>
              <a:rPr sz="1450" b="1" spc="25" dirty="0">
                <a:latin typeface="Arial"/>
                <a:cs typeface="Arial"/>
              </a:rPr>
              <a:t>p</a:t>
            </a:r>
            <a:r>
              <a:rPr sz="1450" b="1" spc="10" dirty="0">
                <a:latin typeface="Arial"/>
                <a:cs typeface="Arial"/>
              </a:rPr>
              <a:t>p</a:t>
            </a:r>
            <a:r>
              <a:rPr sz="1450" b="1" spc="15" dirty="0">
                <a:latin typeface="Arial"/>
                <a:cs typeface="Arial"/>
              </a:rPr>
              <a:t>s</a:t>
            </a:r>
            <a:r>
              <a:rPr sz="1450" b="1" spc="4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– </a:t>
            </a:r>
            <a:r>
              <a:rPr sz="1450" spc="-1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eg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ate</a:t>
            </a:r>
            <a:r>
              <a:rPr sz="1450" spc="10" dirty="0">
                <a:latin typeface="Arial"/>
                <a:cs typeface="Arial"/>
              </a:rPr>
              <a:t>s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ap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 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ck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ng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ts.</a:t>
            </a:r>
            <a:endParaRPr sz="1450" dirty="0">
              <a:latin typeface="Arial"/>
              <a:cs typeface="Arial"/>
            </a:endParaRPr>
          </a:p>
          <a:p>
            <a:pPr marL="12700" marR="88265">
              <a:lnSpc>
                <a:spcPct val="102099"/>
              </a:lnSpc>
              <a:spcBef>
                <a:spcPts val="10"/>
              </a:spcBef>
            </a:pPr>
            <a:r>
              <a:rPr sz="1450" spc="5" dirty="0">
                <a:latin typeface="Arial"/>
                <a:cs typeface="Arial"/>
              </a:rPr>
              <a:t>•</a:t>
            </a:r>
            <a:r>
              <a:rPr sz="1450" b="1" spc="-30" dirty="0">
                <a:latin typeface="Arial"/>
                <a:cs typeface="Arial"/>
              </a:rPr>
              <a:t>A</a:t>
            </a:r>
            <a:r>
              <a:rPr sz="1450" b="1" spc="5" dirty="0">
                <a:latin typeface="Arial"/>
                <a:cs typeface="Arial"/>
              </a:rPr>
              <a:t>I</a:t>
            </a:r>
            <a:r>
              <a:rPr sz="1450" b="1" spc="45" dirty="0">
                <a:latin typeface="Arial"/>
                <a:cs typeface="Arial"/>
              </a:rPr>
              <a:t> </a:t>
            </a:r>
            <a:r>
              <a:rPr sz="1450" b="1" spc="25" dirty="0">
                <a:latin typeface="Arial"/>
                <a:cs typeface="Arial"/>
              </a:rPr>
              <a:t>R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5" dirty="0">
                <a:latin typeface="Arial"/>
                <a:cs typeface="Arial"/>
              </a:rPr>
              <a:t>s</a:t>
            </a:r>
            <a:r>
              <a:rPr sz="1450" b="1" spc="20" dirty="0">
                <a:latin typeface="Arial"/>
                <a:cs typeface="Arial"/>
              </a:rPr>
              <a:t>ea</a:t>
            </a:r>
            <a:r>
              <a:rPr sz="1450" b="1" spc="-5" dirty="0">
                <a:latin typeface="Arial"/>
                <a:cs typeface="Arial"/>
              </a:rPr>
              <a:t>r</a:t>
            </a:r>
            <a:r>
              <a:rPr sz="1450" b="1" spc="20" dirty="0">
                <a:latin typeface="Arial"/>
                <a:cs typeface="Arial"/>
              </a:rPr>
              <a:t>c</a:t>
            </a:r>
            <a:r>
              <a:rPr sz="1450" b="1" spc="15" dirty="0">
                <a:latin typeface="Arial"/>
                <a:cs typeface="Arial"/>
              </a:rPr>
              <a:t>h</a:t>
            </a:r>
            <a:r>
              <a:rPr sz="1450" b="1" spc="-2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i</a:t>
            </a:r>
            <a:r>
              <a:rPr sz="1450" b="1" spc="15" dirty="0">
                <a:latin typeface="Arial"/>
                <a:cs typeface="Arial"/>
              </a:rPr>
              <a:t>n</a:t>
            </a:r>
            <a:r>
              <a:rPr sz="1450" b="1" spc="25" dirty="0">
                <a:latin typeface="Arial"/>
                <a:cs typeface="Arial"/>
              </a:rPr>
              <a:t> </a:t>
            </a:r>
            <a:r>
              <a:rPr sz="1450" b="1" spc="-70" dirty="0">
                <a:latin typeface="Arial"/>
                <a:cs typeface="Arial"/>
              </a:rPr>
              <a:t>V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dirty="0">
                <a:latin typeface="Arial"/>
                <a:cs typeface="Arial"/>
              </a:rPr>
              <a:t>t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-5" dirty="0">
                <a:latin typeface="Arial"/>
                <a:cs typeface="Arial"/>
              </a:rPr>
              <a:t>r</a:t>
            </a:r>
            <a:r>
              <a:rPr sz="1450" b="1" spc="5" dirty="0">
                <a:latin typeface="Arial"/>
                <a:cs typeface="Arial"/>
              </a:rPr>
              <a:t>i</a:t>
            </a:r>
            <a:r>
              <a:rPr sz="1450" b="1" spc="10" dirty="0">
                <a:latin typeface="Arial"/>
                <a:cs typeface="Arial"/>
              </a:rPr>
              <a:t>n</a:t>
            </a:r>
            <a:r>
              <a:rPr sz="1450" b="1" spc="20" dirty="0">
                <a:latin typeface="Arial"/>
                <a:cs typeface="Arial"/>
              </a:rPr>
              <a:t>a</a:t>
            </a:r>
            <a:r>
              <a:rPr sz="1450" b="1" spc="-5" dirty="0">
                <a:latin typeface="Arial"/>
                <a:cs typeface="Arial"/>
              </a:rPr>
              <a:t>r</a:t>
            </a:r>
            <a:r>
              <a:rPr sz="1450" b="1" spc="15" dirty="0">
                <a:latin typeface="Arial"/>
                <a:cs typeface="Arial"/>
              </a:rPr>
              <a:t>y</a:t>
            </a:r>
            <a:r>
              <a:rPr sz="1450" b="1" dirty="0">
                <a:latin typeface="Arial"/>
                <a:cs typeface="Arial"/>
              </a:rPr>
              <a:t> </a:t>
            </a:r>
            <a:r>
              <a:rPr sz="1450" b="1" spc="15" dirty="0">
                <a:latin typeface="Arial"/>
                <a:cs typeface="Arial"/>
              </a:rPr>
              <a:t>M</a:t>
            </a:r>
            <a:r>
              <a:rPr sz="1450" b="1" spc="5" dirty="0">
                <a:latin typeface="Arial"/>
                <a:cs typeface="Arial"/>
              </a:rPr>
              <a:t>e</a:t>
            </a:r>
            <a:r>
              <a:rPr sz="1450" b="1" spc="25" dirty="0">
                <a:latin typeface="Arial"/>
                <a:cs typeface="Arial"/>
              </a:rPr>
              <a:t>d</a:t>
            </a:r>
            <a:r>
              <a:rPr sz="1450" b="1" spc="-10" dirty="0">
                <a:latin typeface="Arial"/>
                <a:cs typeface="Arial"/>
              </a:rPr>
              <a:t>i</a:t>
            </a:r>
            <a:r>
              <a:rPr sz="1450" b="1" spc="20" dirty="0">
                <a:latin typeface="Arial"/>
                <a:cs typeface="Arial"/>
              </a:rPr>
              <a:t>c</a:t>
            </a:r>
            <a:r>
              <a:rPr sz="1450" b="1" spc="-10" dirty="0">
                <a:latin typeface="Arial"/>
                <a:cs typeface="Arial"/>
              </a:rPr>
              <a:t>i</a:t>
            </a:r>
            <a:r>
              <a:rPr sz="1450" b="1" spc="10" dirty="0">
                <a:latin typeface="Arial"/>
                <a:cs typeface="Arial"/>
              </a:rPr>
              <a:t>n</a:t>
            </a:r>
            <a:r>
              <a:rPr sz="1450" b="1" spc="15" dirty="0">
                <a:latin typeface="Arial"/>
                <a:cs typeface="Arial"/>
              </a:rPr>
              <a:t>e</a:t>
            </a:r>
            <a:r>
              <a:rPr sz="1450" b="1" spc="1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–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5" dirty="0">
                <a:latin typeface="Arial"/>
                <a:cs typeface="Arial"/>
              </a:rPr>
              <a:t>ute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 </a:t>
            </a:r>
            <a:r>
              <a:rPr sz="1450" spc="5" dirty="0">
                <a:latin typeface="Arial"/>
                <a:cs typeface="Arial"/>
              </a:rPr>
              <a:t>th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de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of</a:t>
            </a:r>
            <a:r>
              <a:rPr sz="1450" spc="15" dirty="0">
                <a:latin typeface="Arial"/>
                <a:cs typeface="Arial"/>
              </a:rPr>
              <a:t> i</a:t>
            </a:r>
            <a:r>
              <a:rPr sz="1450" spc="5" dirty="0">
                <a:latin typeface="Arial"/>
                <a:cs typeface="Arial"/>
              </a:rPr>
              <a:t>nte</a:t>
            </a:r>
            <a:r>
              <a:rPr sz="1450" spc="15" dirty="0">
                <a:latin typeface="Arial"/>
                <a:cs typeface="Arial"/>
              </a:rPr>
              <a:t>ll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4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20" dirty="0">
                <a:latin typeface="Arial"/>
                <a:cs typeface="Arial"/>
              </a:rPr>
              <a:t>ea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th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77439"/>
            <a:ext cx="6286500" cy="0"/>
          </a:xfrm>
          <a:custGeom>
            <a:avLst/>
            <a:gdLst/>
            <a:ahLst/>
            <a:cxnLst/>
            <a:rect l="l" t="t" r="r" b="b"/>
            <a:pathLst>
              <a:path w="6286500">
                <a:moveTo>
                  <a:pt x="0" y="0"/>
                </a:moveTo>
                <a:lnTo>
                  <a:pt x="6286500" y="0"/>
                </a:lnTo>
              </a:path>
            </a:pathLst>
          </a:custGeom>
          <a:ln w="31750">
            <a:solidFill>
              <a:srgbClr val="33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63801" y="2066843"/>
            <a:ext cx="7574280" cy="3887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ec</a:t>
            </a:r>
            <a:r>
              <a:rPr sz="1950" spc="-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d 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li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v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b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le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94005" indent="-281305">
              <a:lnSpc>
                <a:spcPct val="100000"/>
              </a:lnSpc>
              <a:spcBef>
                <a:spcPts val="1190"/>
              </a:spcBef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C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one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-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d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li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v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r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b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endParaRPr sz="1950">
              <a:latin typeface="Trebuchet MS"/>
              <a:cs typeface="Trebuchet MS"/>
            </a:endParaRPr>
          </a:p>
          <a:p>
            <a:pPr marL="304800" algn="just">
              <a:lnSpc>
                <a:spcPct val="100000"/>
              </a:lnSpc>
              <a:spcBef>
                <a:spcPts val="55"/>
              </a:spcBef>
            </a:pPr>
            <a:r>
              <a:rPr sz="1450" spc="25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ef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em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spc="5" dirty="0">
                <a:latin typeface="Arial"/>
                <a:cs typeface="Arial"/>
              </a:rPr>
              <a:t>ate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5" dirty="0">
                <a:latin typeface="Arial"/>
                <a:cs typeface="Arial"/>
              </a:rPr>
              <a:t>t</a:t>
            </a:r>
            <a:endParaRPr sz="1450">
              <a:latin typeface="Arial"/>
              <a:cs typeface="Arial"/>
            </a:endParaRPr>
          </a:p>
          <a:p>
            <a:pPr marL="304800" marR="2188210" algn="just">
              <a:lnSpc>
                <a:spcPct val="102400"/>
              </a:lnSpc>
              <a:spcBef>
                <a:spcPts val="5"/>
              </a:spcBef>
            </a:pPr>
            <a:r>
              <a:rPr sz="1450" spc="20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te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y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C</a:t>
            </a:r>
            <a:r>
              <a:rPr sz="1450" spc="2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om</a:t>
            </a:r>
            <a:r>
              <a:rPr sz="1450" spc="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spc="15" dirty="0">
                <a:latin typeface="Arial"/>
                <a:cs typeface="Arial"/>
              </a:rPr>
              <a:t> m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od</a:t>
            </a:r>
            <a:r>
              <a:rPr sz="1450" spc="5" dirty="0">
                <a:latin typeface="Arial"/>
                <a:cs typeface="Arial"/>
              </a:rPr>
              <a:t>al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al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spc="3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) </a:t>
            </a:r>
            <a:r>
              <a:rPr sz="1450" spc="25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ata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nn</a:t>
            </a:r>
            <a:r>
              <a:rPr sz="1450" spc="5" dirty="0">
                <a:latin typeface="Arial"/>
                <a:cs typeface="Arial"/>
              </a:rPr>
              <a:t>otat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n</a:t>
            </a:r>
            <a:endParaRPr sz="1450">
              <a:latin typeface="Arial"/>
              <a:cs typeface="Arial"/>
            </a:endParaRPr>
          </a:p>
          <a:p>
            <a:pPr marL="304800" algn="just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"/>
              </a:spcBef>
            </a:pPr>
            <a:endParaRPr sz="2050">
              <a:latin typeface="Times New Roman"/>
              <a:cs typeface="Times New Roman"/>
            </a:endParaRPr>
          </a:p>
          <a:p>
            <a:pPr marL="294005" indent="-281305">
              <a:lnSpc>
                <a:spcPct val="100000"/>
              </a:lnSpc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C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one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-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II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d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v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r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b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endParaRPr sz="1950">
              <a:latin typeface="Trebuchet MS"/>
              <a:cs typeface="Trebuchet MS"/>
            </a:endParaRPr>
          </a:p>
          <a:p>
            <a:pPr marL="304800" marR="2816860">
              <a:lnSpc>
                <a:spcPct val="102099"/>
              </a:lnSpc>
              <a:spcBef>
                <a:spcPts val="20"/>
              </a:spcBef>
            </a:pPr>
            <a:r>
              <a:rPr sz="1450" spc="15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em 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te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k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w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am</a:t>
            </a:r>
            <a:r>
              <a:rPr sz="1450" spc="10" dirty="0">
                <a:latin typeface="Arial"/>
                <a:cs typeface="Arial"/>
              </a:rPr>
              <a:t> 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 </a:t>
            </a:r>
            <a:r>
              <a:rPr sz="1450" spc="10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ag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pt</a:t>
            </a:r>
            <a:r>
              <a:rPr sz="1450" spc="20" dirty="0">
                <a:latin typeface="Arial"/>
                <a:cs typeface="Arial"/>
              </a:rPr>
              <a:t>om</a:t>
            </a:r>
            <a:r>
              <a:rPr sz="1450" spc="3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a</a:t>
            </a:r>
            <a:endParaRPr sz="1450">
              <a:latin typeface="Arial"/>
              <a:cs typeface="Arial"/>
            </a:endParaRPr>
          </a:p>
          <a:p>
            <a:pPr marL="304800" marR="1543685">
              <a:lnSpc>
                <a:spcPct val="102099"/>
              </a:lnSpc>
              <a:spcBef>
                <a:spcPts val="10"/>
              </a:spcBef>
            </a:pPr>
            <a:r>
              <a:rPr sz="1450" spc="15" dirty="0">
                <a:latin typeface="Arial"/>
                <a:cs typeface="Arial"/>
              </a:rPr>
              <a:t>B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-10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de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(C</a:t>
            </a:r>
            <a:r>
              <a:rPr sz="1450" spc="2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ag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P/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-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s) 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4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fa</a:t>
            </a:r>
            <a:r>
              <a:rPr sz="1450" spc="15" dirty="0">
                <a:latin typeface="Arial"/>
                <a:cs typeface="Arial"/>
              </a:rPr>
              <a:t>ce</a:t>
            </a:r>
            <a:r>
              <a:rPr sz="1450" dirty="0">
                <a:latin typeface="Arial"/>
                <a:cs typeface="Arial"/>
              </a:rPr>
              <a:t> (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/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om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np</a:t>
            </a:r>
            <a:r>
              <a:rPr sz="1450" spc="5" dirty="0">
                <a:latin typeface="Arial"/>
                <a:cs typeface="Arial"/>
              </a:rPr>
              <a:t>ut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+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5" dirty="0">
                <a:latin typeface="Arial"/>
                <a:cs typeface="Arial"/>
              </a:rPr>
              <a:t>)</a:t>
            </a:r>
            <a:endParaRPr sz="1450">
              <a:latin typeface="Arial"/>
              <a:cs typeface="Arial"/>
            </a:endParaRPr>
          </a:p>
          <a:p>
            <a:pPr marL="304800" algn="just">
              <a:lnSpc>
                <a:spcPct val="100000"/>
              </a:lnSpc>
              <a:spcBef>
                <a:spcPts val="45"/>
              </a:spcBef>
            </a:pPr>
            <a:r>
              <a:rPr sz="1450" spc="15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ep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mo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5262" y="1939973"/>
            <a:ext cx="5003165" cy="149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buClr>
                <a:srgbClr val="0033CC"/>
              </a:buClr>
              <a:buFont typeface="Arial"/>
              <a:buChar char="•"/>
              <a:tabLst>
                <a:tab pos="294640" algn="l"/>
              </a:tabLst>
            </a:pP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C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p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t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one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-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III</a:t>
            </a:r>
            <a:r>
              <a:rPr sz="1950" spc="-1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de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10" dirty="0">
                <a:solidFill>
                  <a:srgbClr val="0033CC"/>
                </a:solidFill>
                <a:latin typeface="Trebuchet MS"/>
                <a:cs typeface="Trebuchet MS"/>
              </a:rPr>
              <a:t>i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v</a:t>
            </a:r>
            <a:r>
              <a:rPr sz="195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r</a:t>
            </a:r>
            <a:r>
              <a:rPr sz="1950" spc="20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b</a:t>
            </a:r>
            <a:r>
              <a:rPr sz="1950" spc="-5" dirty="0">
                <a:solidFill>
                  <a:srgbClr val="0033CC"/>
                </a:solidFill>
                <a:latin typeface="Trebuchet MS"/>
                <a:cs typeface="Trebuchet MS"/>
              </a:rPr>
              <a:t>l</a:t>
            </a:r>
            <a:r>
              <a:rPr sz="1950" spc="15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0033CC"/>
                </a:solidFill>
                <a:latin typeface="Trebuchet MS"/>
                <a:cs typeface="Trebuchet MS"/>
              </a:rPr>
              <a:t>s</a:t>
            </a:r>
            <a:endParaRPr sz="1950">
              <a:latin typeface="Trebuchet MS"/>
              <a:cs typeface="Trebuchet MS"/>
            </a:endParaRPr>
          </a:p>
          <a:p>
            <a:pPr marL="294640" marR="942340">
              <a:lnSpc>
                <a:spcPct val="102499"/>
              </a:lnSpc>
              <a:spcBef>
                <a:spcPts val="645"/>
              </a:spcBef>
            </a:pP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pt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5" dirty="0">
                <a:latin typeface="Arial"/>
                <a:cs typeface="Arial"/>
              </a:rPr>
              <a:t>m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z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ua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ts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un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na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mm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n/a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aft</a:t>
            </a:r>
            <a:r>
              <a:rPr sz="1450" dirty="0">
                <a:latin typeface="Arial"/>
                <a:cs typeface="Arial"/>
              </a:rPr>
              <a:t> 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ch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ap</a:t>
            </a:r>
            <a:r>
              <a:rPr sz="1450" spc="5" dirty="0">
                <a:latin typeface="Arial"/>
                <a:cs typeface="Arial"/>
              </a:rPr>
              <a:t>er </a:t>
            </a:r>
            <a:r>
              <a:rPr sz="1450" spc="10" dirty="0">
                <a:latin typeface="Arial"/>
                <a:cs typeface="Arial"/>
              </a:rPr>
              <a:t>(m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h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do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+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ts)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5" dirty="0">
                <a:latin typeface="Arial"/>
                <a:cs typeface="Arial"/>
              </a:rPr>
              <a:t>li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 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po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w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h 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er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ee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ba</a:t>
            </a:r>
            <a:r>
              <a:rPr sz="1450" spc="10" dirty="0">
                <a:latin typeface="Arial"/>
                <a:cs typeface="Arial"/>
              </a:rPr>
              <a:t>ck</a:t>
            </a:r>
            <a:endParaRPr sz="1450">
              <a:latin typeface="Arial"/>
              <a:cs typeface="Arial"/>
            </a:endParaRPr>
          </a:p>
          <a:p>
            <a:pPr marL="294640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eg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at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ua</a:t>
            </a:r>
            <a:r>
              <a:rPr sz="1450" dirty="0">
                <a:latin typeface="Arial"/>
                <a:cs typeface="Arial"/>
              </a:rPr>
              <a:t>l-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pu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-10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wi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ee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-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pe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tu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77439"/>
            <a:ext cx="6286500" cy="0"/>
          </a:xfrm>
          <a:custGeom>
            <a:avLst/>
            <a:gdLst/>
            <a:ahLst/>
            <a:cxnLst/>
            <a:rect l="l" t="t" r="r" b="b"/>
            <a:pathLst>
              <a:path w="6286500">
                <a:moveTo>
                  <a:pt x="0" y="0"/>
                </a:moveTo>
                <a:lnTo>
                  <a:pt x="6286500" y="0"/>
                </a:lnTo>
              </a:path>
            </a:pathLst>
          </a:custGeom>
          <a:ln w="31750">
            <a:solidFill>
              <a:srgbClr val="33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299" y="2066844"/>
            <a:ext cx="7574801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253615">
              <a:lnSpc>
                <a:spcPct val="100000"/>
              </a:lnSpc>
            </a:pP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r>
              <a:rPr lang="en-IN" sz="1950" spc="2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lang="en-IN" sz="1950" spc="-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lang="en-IN" sz="1950" spc="-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lang="en-IN" sz="1950" spc="15" dirty="0">
                <a:solidFill>
                  <a:srgbClr val="FF0000"/>
                </a:solidFill>
                <a:latin typeface="Trebuchet MS"/>
                <a:cs typeface="Trebuchet MS"/>
              </a:rPr>
              <a:t>on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lang="en-IN" sz="1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lang="en-IN" sz="1950" spc="-8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lang="en-IN" sz="1950" spc="-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lang="en-IN" sz="1950" spc="2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lang="en-IN" sz="195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-</a:t>
            </a:r>
            <a:r>
              <a:rPr lang="en-IN" sz="1950" spc="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 &amp;</a:t>
            </a:r>
            <a:r>
              <a:rPr lang="en-IN" sz="1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z="1950" spc="-8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lang="en-IN" sz="1950" spc="-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lang="en-IN" sz="1950" spc="15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lang="en-IN" sz="195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-</a:t>
            </a:r>
            <a:r>
              <a:rPr lang="en-IN" sz="1950" spc="5" dirty="0">
                <a:solidFill>
                  <a:srgbClr val="FF0000"/>
                </a:solidFill>
                <a:latin typeface="Trebuchet MS"/>
                <a:cs typeface="Trebuchet MS"/>
              </a:rPr>
              <a:t>II)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z="1950" spc="-8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lang="en-IN" sz="1950" spc="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oj</a:t>
            </a:r>
            <a:r>
              <a:rPr lang="en-IN" sz="195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lang="en-IN" sz="1950" spc="15" dirty="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r>
              <a:rPr lang="en-IN" sz="1950" spc="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lang="en-IN" sz="1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z="1950" spc="-7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lang="en-IN" sz="1950" spc="15" dirty="0">
                <a:solidFill>
                  <a:srgbClr val="FF0000"/>
                </a:solidFill>
                <a:latin typeface="Trebuchet MS"/>
                <a:cs typeface="Trebuchet MS"/>
              </a:rPr>
              <a:t>m</a:t>
            </a:r>
            <a:r>
              <a:rPr lang="en-IN" sz="195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lang="en-IN" sz="195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lang="en-IN" sz="1950" spc="1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lang="en-IN" sz="1950" spc="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endParaRPr sz="1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157F5BB5-D394-7292-92C8-83A5134FC64E}"/>
              </a:ext>
            </a:extLst>
          </p:cNvPr>
          <p:cNvSpPr/>
          <p:nvPr/>
        </p:nvSpPr>
        <p:spPr>
          <a:xfrm>
            <a:off x="1270904" y="2816398"/>
            <a:ext cx="7859023" cy="38432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377439"/>
            <a:ext cx="6286500" cy="0"/>
          </a:xfrm>
          <a:custGeom>
            <a:avLst/>
            <a:gdLst/>
            <a:ahLst/>
            <a:cxnLst/>
            <a:rect l="l" t="t" r="r" b="b"/>
            <a:pathLst>
              <a:path w="6286500">
                <a:moveTo>
                  <a:pt x="0" y="0"/>
                </a:moveTo>
                <a:lnTo>
                  <a:pt x="6286500" y="0"/>
                </a:lnTo>
              </a:path>
            </a:pathLst>
          </a:custGeom>
          <a:ln w="31750">
            <a:solidFill>
              <a:srgbClr val="33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31862" y="2066843"/>
            <a:ext cx="7605395" cy="400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195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ot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r 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1950" spc="5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rm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95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950" spc="1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950" spc="1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50" b="1" spc="5" dirty="0">
                <a:latin typeface="Arial"/>
                <a:cs typeface="Arial"/>
              </a:rPr>
              <a:t>O</a:t>
            </a:r>
            <a:r>
              <a:rPr sz="1450" b="1" spc="25" dirty="0">
                <a:latin typeface="Arial"/>
                <a:cs typeface="Arial"/>
              </a:rPr>
              <a:t>b</a:t>
            </a:r>
            <a:r>
              <a:rPr sz="1450" b="1" spc="-10" dirty="0">
                <a:latin typeface="Arial"/>
                <a:cs typeface="Arial"/>
              </a:rPr>
              <a:t>j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5" dirty="0">
                <a:latin typeface="Arial"/>
                <a:cs typeface="Arial"/>
              </a:rPr>
              <a:t>c</a:t>
            </a:r>
            <a:r>
              <a:rPr sz="1450" b="1" dirty="0">
                <a:latin typeface="Arial"/>
                <a:cs typeface="Arial"/>
              </a:rPr>
              <a:t>t</a:t>
            </a:r>
            <a:r>
              <a:rPr sz="1450" b="1" spc="5" dirty="0">
                <a:latin typeface="Arial"/>
                <a:cs typeface="Arial"/>
              </a:rPr>
              <a:t>i</a:t>
            </a:r>
            <a:r>
              <a:rPr sz="1450" b="1" spc="-10" dirty="0">
                <a:latin typeface="Arial"/>
                <a:cs typeface="Arial"/>
              </a:rPr>
              <a:t>v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5" dirty="0">
                <a:latin typeface="Arial"/>
                <a:cs typeface="Arial"/>
              </a:rPr>
              <a:t>s:</a:t>
            </a:r>
            <a:endParaRPr sz="1450">
              <a:latin typeface="Arial"/>
              <a:cs typeface="Arial"/>
            </a:endParaRPr>
          </a:p>
          <a:p>
            <a:pPr marL="12700" marR="636270">
              <a:lnSpc>
                <a:spcPct val="102099"/>
              </a:lnSpc>
              <a:spcBef>
                <a:spcPts val="10"/>
              </a:spcBef>
            </a:pPr>
            <a:r>
              <a:rPr sz="1450" dirty="0">
                <a:latin typeface="Arial"/>
                <a:cs typeface="Arial"/>
              </a:rPr>
              <a:t>-</a:t>
            </a:r>
            <a:r>
              <a:rPr sz="1450" spc="25" dirty="0">
                <a:latin typeface="Arial"/>
                <a:cs typeface="Arial"/>
              </a:rPr>
              <a:t>D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od</a:t>
            </a:r>
            <a:r>
              <a:rPr sz="1450" spc="5" dirty="0">
                <a:latin typeface="Arial"/>
                <a:cs typeface="Arial"/>
              </a:rPr>
              <a:t>el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ap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le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z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4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(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spc="3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oo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, 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ri</a:t>
            </a:r>
            <a:r>
              <a:rPr sz="1450" spc="20" dirty="0">
                <a:latin typeface="Arial"/>
                <a:cs typeface="Arial"/>
              </a:rPr>
              <a:t>ne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sk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,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tc</a:t>
            </a:r>
            <a:r>
              <a:rPr sz="1450" spc="-10" dirty="0">
                <a:latin typeface="Arial"/>
                <a:cs typeface="Arial"/>
              </a:rPr>
              <a:t>.</a:t>
            </a:r>
            <a:r>
              <a:rPr sz="1450" spc="5" dirty="0">
                <a:latin typeface="Arial"/>
                <a:cs typeface="Arial"/>
              </a:rPr>
              <a:t>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  <a:buFont typeface="Arial"/>
              <a:buChar char="-"/>
              <a:tabLst>
                <a:tab pos="128270" algn="l"/>
              </a:tabLst>
            </a:pPr>
            <a:r>
              <a:rPr sz="1450" spc="25" dirty="0">
                <a:latin typeface="Arial"/>
                <a:cs typeface="Arial"/>
              </a:rPr>
              <a:t>F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se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-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pu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+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ge</a:t>
            </a:r>
            <a:r>
              <a:rPr sz="1450" spc="10" dirty="0">
                <a:latin typeface="Arial"/>
                <a:cs typeface="Arial"/>
              </a:rPr>
              <a:t>s)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ed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cc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cy</a:t>
            </a:r>
            <a:endParaRPr sz="1450">
              <a:latin typeface="Arial"/>
              <a:cs typeface="Arial"/>
            </a:endParaRPr>
          </a:p>
          <a:p>
            <a:pPr marL="12700" marR="1225550">
              <a:lnSpc>
                <a:spcPts val="1789"/>
              </a:lnSpc>
              <a:spcBef>
                <a:spcPts val="55"/>
              </a:spcBef>
              <a:buFont typeface="Arial"/>
              <a:buChar char="-"/>
              <a:tabLst>
                <a:tab pos="128270" algn="l"/>
              </a:tabLst>
            </a:pPr>
            <a:r>
              <a:rPr sz="1450" spc="15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x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le</a:t>
            </a:r>
            <a:r>
              <a:rPr sz="1450" spc="-8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tp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s 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gh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2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pto</a:t>
            </a:r>
            <a:r>
              <a:rPr sz="1450" spc="20" dirty="0">
                <a:latin typeface="Arial"/>
                <a:cs typeface="Arial"/>
              </a:rPr>
              <a:t>m</a:t>
            </a:r>
            <a:r>
              <a:rPr sz="1450" spc="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fa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nf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ue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10" dirty="0">
                <a:latin typeface="Arial"/>
                <a:cs typeface="Arial"/>
              </a:rPr>
              <a:t>s)</a:t>
            </a:r>
            <a:endParaRPr sz="1450">
              <a:latin typeface="Arial"/>
              <a:cs typeface="Arial"/>
            </a:endParaRPr>
          </a:p>
          <a:p>
            <a:pPr marL="127635" indent="-114935">
              <a:lnSpc>
                <a:spcPts val="1710"/>
              </a:lnSpc>
              <a:buFont typeface="Arial"/>
              <a:buChar char="-"/>
              <a:tabLst>
                <a:tab pos="128270" algn="l"/>
              </a:tabLst>
            </a:pPr>
            <a:r>
              <a:rPr sz="1450" spc="2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em</a:t>
            </a:r>
            <a:r>
              <a:rPr sz="1450" spc="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r-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ri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 n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dirty="0">
                <a:latin typeface="Arial"/>
                <a:cs typeface="Arial"/>
              </a:rPr>
              <a:t>-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x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5" dirty="0">
                <a:latin typeface="Arial"/>
                <a:cs typeface="Arial"/>
              </a:rPr>
              <a:t>et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ne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endParaRPr sz="1450">
              <a:latin typeface="Arial"/>
              <a:cs typeface="Arial"/>
            </a:endParaRPr>
          </a:p>
          <a:p>
            <a:pPr marL="127635" indent="-114935">
              <a:lnSpc>
                <a:spcPct val="100000"/>
              </a:lnSpc>
              <a:spcBef>
                <a:spcPts val="45"/>
              </a:spcBef>
              <a:buFont typeface="Arial"/>
              <a:buChar char="-"/>
              <a:tabLst>
                <a:tab pos="128270" algn="l"/>
              </a:tabLst>
            </a:pP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25" dirty="0">
                <a:latin typeface="Arial"/>
                <a:cs typeface="Arial"/>
              </a:rPr>
              <a:t>f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r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e 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20" dirty="0">
                <a:latin typeface="Arial"/>
                <a:cs typeface="Arial"/>
              </a:rPr>
              <a:t>ea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-5" dirty="0">
                <a:latin typeface="Arial"/>
                <a:cs typeface="Arial"/>
              </a:rPr>
              <a:t>v</a:t>
            </a:r>
            <a:r>
              <a:rPr sz="1450" spc="15" dirty="0">
                <a:latin typeface="Arial"/>
                <a:cs typeface="Arial"/>
              </a:rPr>
              <a:t>ice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ts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spc="5" dirty="0">
                <a:latin typeface="Arial"/>
                <a:cs typeface="Arial"/>
              </a:rPr>
              <a:t>u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  <a:buFont typeface="Arial"/>
              <a:buChar char="-"/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50" b="1" spc="25" dirty="0">
                <a:latin typeface="Arial"/>
                <a:cs typeface="Arial"/>
              </a:rPr>
              <a:t>D</a:t>
            </a:r>
            <a:r>
              <a:rPr sz="1450" b="1" spc="5" dirty="0">
                <a:latin typeface="Arial"/>
                <a:cs typeface="Arial"/>
              </a:rPr>
              <a:t>el</a:t>
            </a:r>
            <a:r>
              <a:rPr sz="1450" b="1" spc="-10" dirty="0">
                <a:latin typeface="Arial"/>
                <a:cs typeface="Arial"/>
              </a:rPr>
              <a:t>iv</a:t>
            </a:r>
            <a:r>
              <a:rPr sz="1450" b="1" spc="20" dirty="0">
                <a:latin typeface="Arial"/>
                <a:cs typeface="Arial"/>
              </a:rPr>
              <a:t>e</a:t>
            </a:r>
            <a:r>
              <a:rPr sz="1450" b="1" spc="-5" dirty="0">
                <a:latin typeface="Arial"/>
                <a:cs typeface="Arial"/>
              </a:rPr>
              <a:t>r</a:t>
            </a:r>
            <a:r>
              <a:rPr sz="1450" b="1" spc="20" dirty="0">
                <a:latin typeface="Arial"/>
                <a:cs typeface="Arial"/>
              </a:rPr>
              <a:t>a</a:t>
            </a:r>
            <a:r>
              <a:rPr sz="1450" b="1" spc="10" dirty="0">
                <a:latin typeface="Arial"/>
                <a:cs typeface="Arial"/>
              </a:rPr>
              <a:t>b</a:t>
            </a:r>
            <a:r>
              <a:rPr sz="1450" b="1" spc="5" dirty="0">
                <a:latin typeface="Arial"/>
                <a:cs typeface="Arial"/>
              </a:rPr>
              <a:t>le</a:t>
            </a:r>
            <a:r>
              <a:rPr sz="1450" b="1" spc="20" dirty="0">
                <a:latin typeface="Arial"/>
                <a:cs typeface="Arial"/>
              </a:rPr>
              <a:t>s</a:t>
            </a:r>
            <a:r>
              <a:rPr sz="1450" b="1" spc="5" dirty="0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18110" indent="-105410">
              <a:lnSpc>
                <a:spcPct val="100000"/>
              </a:lnSpc>
              <a:spcBef>
                <a:spcPts val="35"/>
              </a:spcBef>
              <a:buFont typeface="Arial"/>
              <a:buChar char="-"/>
              <a:tabLst>
                <a:tab pos="118745" algn="l"/>
              </a:tabLst>
            </a:pPr>
            <a:r>
              <a:rPr sz="1450" spc="15" dirty="0">
                <a:latin typeface="Arial"/>
                <a:cs typeface="Arial"/>
              </a:rPr>
              <a:t>A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da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5" dirty="0">
                <a:latin typeface="Arial"/>
                <a:cs typeface="Arial"/>
              </a:rPr>
              <a:t>et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om</a:t>
            </a:r>
            <a:r>
              <a:rPr sz="1450" spc="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sc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pt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nn</a:t>
            </a:r>
            <a:r>
              <a:rPr sz="1450" spc="5" dirty="0">
                <a:latin typeface="Arial"/>
                <a:cs typeface="Arial"/>
              </a:rPr>
              <a:t>otate</a:t>
            </a:r>
            <a:r>
              <a:rPr sz="1450" spc="15" dirty="0">
                <a:latin typeface="Arial"/>
                <a:cs typeface="Arial"/>
              </a:rPr>
              <a:t>d </a:t>
            </a:r>
            <a:r>
              <a:rPr sz="1450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i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ag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endParaRPr sz="1450">
              <a:latin typeface="Arial"/>
              <a:cs typeface="Arial"/>
            </a:endParaRPr>
          </a:p>
          <a:p>
            <a:pPr marL="118110" indent="-105410">
              <a:lnSpc>
                <a:spcPct val="100000"/>
              </a:lnSpc>
              <a:spcBef>
                <a:spcPts val="45"/>
              </a:spcBef>
              <a:buFont typeface="Arial"/>
              <a:buChar char="-"/>
              <a:tabLst>
                <a:tab pos="118745" algn="l"/>
              </a:tabLst>
            </a:pPr>
            <a:r>
              <a:rPr sz="1450" spc="15" dirty="0">
                <a:latin typeface="Arial"/>
                <a:cs typeface="Arial"/>
              </a:rPr>
              <a:t>A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5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r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AI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20" dirty="0">
                <a:latin typeface="Arial"/>
                <a:cs typeface="Arial"/>
              </a:rPr>
              <a:t>de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25" dirty="0">
                <a:latin typeface="Arial"/>
                <a:cs typeface="Arial"/>
              </a:rPr>
              <a:t>C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ag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+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ML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ss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5" dirty="0">
                <a:latin typeface="Arial"/>
                <a:cs typeface="Arial"/>
              </a:rPr>
              <a:t>pto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s)</a:t>
            </a:r>
            <a:endParaRPr sz="1450">
              <a:latin typeface="Arial"/>
              <a:cs typeface="Arial"/>
            </a:endParaRPr>
          </a:p>
          <a:p>
            <a:pPr marL="118110" indent="-105410">
              <a:lnSpc>
                <a:spcPct val="100000"/>
              </a:lnSpc>
              <a:spcBef>
                <a:spcPts val="35"/>
              </a:spcBef>
              <a:buFont typeface="Arial"/>
              <a:buChar char="-"/>
              <a:tabLst>
                <a:tab pos="118745" algn="l"/>
              </a:tabLst>
            </a:pPr>
            <a:r>
              <a:rPr sz="1450" spc="15" dirty="0">
                <a:latin typeface="Arial"/>
                <a:cs typeface="Arial"/>
              </a:rPr>
              <a:t>A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-20" dirty="0">
                <a:latin typeface="Arial"/>
                <a:cs typeface="Arial"/>
              </a:rPr>
              <a:t>y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4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-10" dirty="0">
                <a:latin typeface="Arial"/>
                <a:cs typeface="Arial"/>
              </a:rPr>
              <a:t>/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ob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5" dirty="0">
                <a:latin typeface="Arial"/>
                <a:cs typeface="Arial"/>
              </a:rPr>
              <a:t>le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s</a:t>
            </a:r>
            <a:endParaRPr sz="1450">
              <a:latin typeface="Arial"/>
              <a:cs typeface="Arial"/>
            </a:endParaRPr>
          </a:p>
          <a:p>
            <a:pPr marL="127635" indent="-114935">
              <a:lnSpc>
                <a:spcPct val="100000"/>
              </a:lnSpc>
              <a:spcBef>
                <a:spcPts val="45"/>
              </a:spcBef>
              <a:buFont typeface="Arial"/>
              <a:buChar char="-"/>
              <a:tabLst>
                <a:tab pos="128270" algn="l"/>
              </a:tabLst>
            </a:pPr>
            <a:r>
              <a:rPr sz="1450" spc="1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x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15" dirty="0">
                <a:latin typeface="Arial"/>
                <a:cs typeface="Arial"/>
              </a:rPr>
              <a:t>le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5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ad</a:t>
            </a:r>
            <a:r>
              <a:rPr sz="1450" dirty="0">
                <a:latin typeface="Arial"/>
                <a:cs typeface="Arial"/>
              </a:rPr>
              <a:t>-</a:t>
            </a:r>
            <a:r>
              <a:rPr sz="1450" spc="15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AM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f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r </a:t>
            </a:r>
            <a:r>
              <a:rPr sz="1450" spc="15" dirty="0">
                <a:latin typeface="Arial"/>
                <a:cs typeface="Arial"/>
              </a:rPr>
              <a:t>im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ge</a:t>
            </a:r>
            <a:r>
              <a:rPr sz="1450" spc="10" dirty="0">
                <a:latin typeface="Arial"/>
                <a:cs typeface="Arial"/>
              </a:rPr>
              <a:t>s,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SHAP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for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-35" dirty="0">
                <a:latin typeface="Arial"/>
                <a:cs typeface="Arial"/>
              </a:rPr>
              <a:t>y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10" dirty="0">
                <a:latin typeface="Arial"/>
                <a:cs typeface="Arial"/>
              </a:rPr>
              <a:t>s)</a:t>
            </a:r>
            <a:endParaRPr sz="1450">
              <a:latin typeface="Arial"/>
              <a:cs typeface="Arial"/>
            </a:endParaRPr>
          </a:p>
          <a:p>
            <a:pPr marL="127635" indent="-114935">
              <a:lnSpc>
                <a:spcPct val="100000"/>
              </a:lnSpc>
              <a:spcBef>
                <a:spcPts val="35"/>
              </a:spcBef>
              <a:buFont typeface="Arial"/>
              <a:buChar char="-"/>
              <a:tabLst>
                <a:tab pos="128270" algn="l"/>
              </a:tabLst>
            </a:pPr>
            <a:r>
              <a:rPr sz="1450" spc="25" dirty="0">
                <a:latin typeface="Arial"/>
                <a:cs typeface="Arial"/>
              </a:rPr>
              <a:t>F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al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en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2886" y="2088106"/>
            <a:ext cx="6808470" cy="134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10" dirty="0">
                <a:latin typeface="Cambria"/>
                <a:cs typeface="Cambria"/>
              </a:rPr>
              <a:t>Ris</a:t>
            </a:r>
            <a:r>
              <a:rPr sz="1450" b="1" spc="-5" dirty="0">
                <a:latin typeface="Cambria"/>
                <a:cs typeface="Cambria"/>
              </a:rPr>
              <a:t>k</a:t>
            </a:r>
            <a:r>
              <a:rPr sz="1450" b="1" spc="10" dirty="0">
                <a:latin typeface="Cambria"/>
                <a:cs typeface="Cambria"/>
              </a:rPr>
              <a:t>s</a:t>
            </a:r>
            <a:r>
              <a:rPr sz="1450" b="1" spc="-5" dirty="0">
                <a:latin typeface="Cambria"/>
                <a:cs typeface="Cambria"/>
              </a:rPr>
              <a:t> </a:t>
            </a:r>
            <a:r>
              <a:rPr sz="1450" b="1" spc="20" dirty="0">
                <a:latin typeface="Cambria"/>
                <a:cs typeface="Cambria"/>
              </a:rPr>
              <a:t>a</a:t>
            </a:r>
            <a:r>
              <a:rPr sz="1450" b="1" spc="5" dirty="0">
                <a:latin typeface="Cambria"/>
                <a:cs typeface="Cambria"/>
              </a:rPr>
              <a:t>n</a:t>
            </a:r>
            <a:r>
              <a:rPr sz="1450" b="1" spc="15" dirty="0">
                <a:latin typeface="Cambria"/>
                <a:cs typeface="Cambria"/>
              </a:rPr>
              <a:t>d</a:t>
            </a:r>
            <a:r>
              <a:rPr sz="1450" b="1" spc="10" dirty="0">
                <a:latin typeface="Cambria"/>
                <a:cs typeface="Cambria"/>
              </a:rPr>
              <a:t> </a:t>
            </a:r>
            <a:r>
              <a:rPr sz="1450" b="1" spc="25" dirty="0">
                <a:latin typeface="Cambria"/>
                <a:cs typeface="Cambria"/>
              </a:rPr>
              <a:t>C</a:t>
            </a:r>
            <a:r>
              <a:rPr sz="1450" b="1" dirty="0">
                <a:latin typeface="Cambria"/>
                <a:cs typeface="Cambria"/>
              </a:rPr>
              <a:t>h</a:t>
            </a:r>
            <a:r>
              <a:rPr sz="1450" b="1" spc="5" dirty="0">
                <a:latin typeface="Cambria"/>
                <a:cs typeface="Cambria"/>
              </a:rPr>
              <a:t>all</a:t>
            </a:r>
            <a:r>
              <a:rPr sz="1450" b="1" spc="10" dirty="0">
                <a:latin typeface="Cambria"/>
                <a:cs typeface="Cambria"/>
              </a:rPr>
              <a:t>e</a:t>
            </a:r>
            <a:r>
              <a:rPr sz="1450" b="1" spc="5" dirty="0">
                <a:latin typeface="Cambria"/>
                <a:cs typeface="Cambria"/>
              </a:rPr>
              <a:t>n</a:t>
            </a:r>
            <a:r>
              <a:rPr sz="1450" b="1" spc="15" dirty="0">
                <a:latin typeface="Cambria"/>
                <a:cs typeface="Cambria"/>
              </a:rPr>
              <a:t>g</a:t>
            </a:r>
            <a:r>
              <a:rPr sz="1450" b="1" spc="10" dirty="0">
                <a:latin typeface="Cambria"/>
                <a:cs typeface="Cambria"/>
              </a:rPr>
              <a:t>es</a:t>
            </a:r>
            <a:r>
              <a:rPr sz="1450" b="1" spc="-5" dirty="0">
                <a:latin typeface="Cambria"/>
                <a:cs typeface="Cambria"/>
              </a:rPr>
              <a:t> </a:t>
            </a:r>
            <a:r>
              <a:rPr sz="1450" b="1" spc="5" dirty="0">
                <a:latin typeface="Cambria"/>
                <a:cs typeface="Cambria"/>
              </a:rPr>
              <a:t>: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50" dirty="0">
                <a:latin typeface="Cambria"/>
                <a:cs typeface="Cambria"/>
              </a:rPr>
              <a:t>-</a:t>
            </a:r>
            <a:r>
              <a:rPr sz="1450" spc="10" dirty="0">
                <a:latin typeface="Cambria"/>
                <a:cs typeface="Cambria"/>
              </a:rPr>
              <a:t>Li</a:t>
            </a:r>
            <a:r>
              <a:rPr sz="1450" spc="15" dirty="0">
                <a:latin typeface="Cambria"/>
                <a:cs typeface="Cambria"/>
              </a:rPr>
              <a:t>m</a:t>
            </a:r>
            <a:r>
              <a:rPr sz="1450" spc="-5" dirty="0">
                <a:latin typeface="Cambria"/>
                <a:cs typeface="Cambria"/>
              </a:rPr>
              <a:t>ite</a:t>
            </a:r>
            <a:r>
              <a:rPr sz="1450" spc="15" dirty="0">
                <a:latin typeface="Cambria"/>
                <a:cs typeface="Cambria"/>
              </a:rPr>
              <a:t>d</a:t>
            </a:r>
            <a:r>
              <a:rPr sz="1450" spc="30" dirty="0">
                <a:latin typeface="Cambria"/>
                <a:cs typeface="Cambria"/>
              </a:rPr>
              <a:t> </a:t>
            </a:r>
            <a:r>
              <a:rPr sz="1450" spc="-20" dirty="0">
                <a:latin typeface="Cambria"/>
                <a:cs typeface="Cambria"/>
              </a:rPr>
              <a:t>a</a:t>
            </a:r>
            <a:r>
              <a:rPr sz="1450" spc="-30" dirty="0">
                <a:latin typeface="Cambria"/>
                <a:cs typeface="Cambria"/>
              </a:rPr>
              <a:t>v</a:t>
            </a:r>
            <a:r>
              <a:rPr sz="1450" spc="10" dirty="0">
                <a:latin typeface="Cambria"/>
                <a:cs typeface="Cambria"/>
              </a:rPr>
              <a:t>a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5" dirty="0">
                <a:latin typeface="Cambria"/>
                <a:cs typeface="Cambria"/>
              </a:rPr>
              <a:t>lab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5" dirty="0">
                <a:latin typeface="Cambria"/>
                <a:cs typeface="Cambria"/>
              </a:rPr>
              <a:t>l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0" dirty="0">
                <a:latin typeface="Cambria"/>
                <a:cs typeface="Cambria"/>
              </a:rPr>
              <a:t>ty</a:t>
            </a:r>
            <a:r>
              <a:rPr sz="1450" spc="-15" dirty="0">
                <a:latin typeface="Cambria"/>
                <a:cs typeface="Cambria"/>
              </a:rPr>
              <a:t> </a:t>
            </a:r>
            <a:r>
              <a:rPr sz="1450" spc="10" dirty="0">
                <a:latin typeface="Cambria"/>
                <a:cs typeface="Cambria"/>
              </a:rPr>
              <a:t>o</a:t>
            </a:r>
            <a:r>
              <a:rPr sz="1450" spc="5" dirty="0">
                <a:latin typeface="Cambria"/>
                <a:cs typeface="Cambria"/>
              </a:rPr>
              <a:t>f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p</a:t>
            </a:r>
            <a:r>
              <a:rPr sz="1450" spc="10" dirty="0">
                <a:latin typeface="Cambria"/>
                <a:cs typeface="Cambria"/>
              </a:rPr>
              <a:t>u</a:t>
            </a:r>
            <a:r>
              <a:rPr sz="1450" spc="15" dirty="0">
                <a:latin typeface="Cambria"/>
                <a:cs typeface="Cambria"/>
              </a:rPr>
              <a:t>b</a:t>
            </a:r>
            <a:r>
              <a:rPr sz="1450" dirty="0">
                <a:latin typeface="Cambria"/>
                <a:cs typeface="Cambria"/>
              </a:rPr>
              <a:t>l</a:t>
            </a:r>
            <a:r>
              <a:rPr sz="1450" spc="5" dirty="0">
                <a:latin typeface="Cambria"/>
                <a:cs typeface="Cambria"/>
              </a:rPr>
              <a:t>ic</a:t>
            </a:r>
            <a:r>
              <a:rPr sz="1450" spc="-15" dirty="0">
                <a:latin typeface="Cambria"/>
                <a:cs typeface="Cambria"/>
              </a:rPr>
              <a:t>l</a:t>
            </a:r>
            <a:r>
              <a:rPr sz="1450" spc="10" dirty="0">
                <a:latin typeface="Cambria"/>
                <a:cs typeface="Cambria"/>
              </a:rPr>
              <a:t>y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10" dirty="0">
                <a:latin typeface="Cambria"/>
                <a:cs typeface="Cambria"/>
              </a:rPr>
              <a:t>a</a:t>
            </a:r>
            <a:r>
              <a:rPr sz="1450" spc="5" dirty="0">
                <a:latin typeface="Cambria"/>
                <a:cs typeface="Cambria"/>
              </a:rPr>
              <a:t>c</a:t>
            </a:r>
            <a:r>
              <a:rPr sz="1450" spc="20" dirty="0">
                <a:latin typeface="Cambria"/>
                <a:cs typeface="Cambria"/>
              </a:rPr>
              <a:t>c</a:t>
            </a:r>
            <a:r>
              <a:rPr sz="1450" spc="-5" dirty="0">
                <a:latin typeface="Cambria"/>
                <a:cs typeface="Cambria"/>
              </a:rPr>
              <a:t>e</a:t>
            </a:r>
            <a:r>
              <a:rPr sz="1450" spc="10" dirty="0">
                <a:latin typeface="Cambria"/>
                <a:cs typeface="Cambria"/>
              </a:rPr>
              <a:t>ss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5" dirty="0">
                <a:latin typeface="Cambria"/>
                <a:cs typeface="Cambria"/>
              </a:rPr>
              <a:t>b</a:t>
            </a:r>
            <a:r>
              <a:rPr sz="1450" dirty="0">
                <a:latin typeface="Cambria"/>
                <a:cs typeface="Cambria"/>
              </a:rPr>
              <a:t>l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-2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d</a:t>
            </a:r>
            <a:r>
              <a:rPr sz="1450" spc="25" dirty="0">
                <a:latin typeface="Cambria"/>
                <a:cs typeface="Cambria"/>
              </a:rPr>
              <a:t>a</a:t>
            </a:r>
            <a:r>
              <a:rPr sz="1450" spc="-10" dirty="0">
                <a:latin typeface="Cambria"/>
                <a:cs typeface="Cambria"/>
              </a:rPr>
              <a:t>t</a:t>
            </a:r>
            <a:r>
              <a:rPr sz="1450" spc="25" dirty="0">
                <a:latin typeface="Cambria"/>
                <a:cs typeface="Cambria"/>
              </a:rPr>
              <a:t>a</a:t>
            </a:r>
            <a:r>
              <a:rPr sz="1450" spc="-5" dirty="0">
                <a:latin typeface="Cambria"/>
                <a:cs typeface="Cambria"/>
              </a:rPr>
              <a:t>s</a:t>
            </a:r>
            <a:r>
              <a:rPr sz="1450" spc="10" dirty="0">
                <a:latin typeface="Cambria"/>
                <a:cs typeface="Cambria"/>
              </a:rPr>
              <a:t>ets</a:t>
            </a:r>
            <a:r>
              <a:rPr sz="1450" spc="-10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c</a:t>
            </a:r>
            <a:r>
              <a:rPr sz="1450" spc="10" dirty="0">
                <a:latin typeface="Cambria"/>
                <a:cs typeface="Cambria"/>
              </a:rPr>
              <a:t>om</a:t>
            </a:r>
            <a:r>
              <a:rPr sz="1450" spc="15" dirty="0">
                <a:latin typeface="Cambria"/>
                <a:cs typeface="Cambria"/>
              </a:rPr>
              <a:t>b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5" dirty="0">
                <a:latin typeface="Cambria"/>
                <a:cs typeface="Cambria"/>
              </a:rPr>
              <a:t>n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5" dirty="0">
                <a:latin typeface="Cambria"/>
                <a:cs typeface="Cambria"/>
              </a:rPr>
              <a:t>ng</a:t>
            </a:r>
            <a:r>
              <a:rPr sz="1450" spc="-15" dirty="0">
                <a:latin typeface="Cambria"/>
                <a:cs typeface="Cambria"/>
              </a:rPr>
              <a:t> </a:t>
            </a:r>
            <a:r>
              <a:rPr sz="1450" spc="-5" dirty="0">
                <a:latin typeface="Cambria"/>
                <a:cs typeface="Cambria"/>
              </a:rPr>
              <a:t>s</a:t>
            </a:r>
            <a:r>
              <a:rPr sz="1450" dirty="0">
                <a:latin typeface="Cambria"/>
                <a:cs typeface="Cambria"/>
              </a:rPr>
              <a:t>y</a:t>
            </a:r>
            <a:r>
              <a:rPr sz="1450" spc="15" dirty="0">
                <a:latin typeface="Cambria"/>
                <a:cs typeface="Cambria"/>
              </a:rPr>
              <a:t>m</a:t>
            </a:r>
            <a:r>
              <a:rPr sz="1450" spc="20" dirty="0">
                <a:latin typeface="Cambria"/>
                <a:cs typeface="Cambria"/>
              </a:rPr>
              <a:t>p</a:t>
            </a:r>
            <a:r>
              <a:rPr sz="1450" spc="-10" dirty="0">
                <a:latin typeface="Cambria"/>
                <a:cs typeface="Cambria"/>
              </a:rPr>
              <a:t>t</a:t>
            </a:r>
            <a:r>
              <a:rPr sz="1450" spc="10" dirty="0">
                <a:latin typeface="Cambria"/>
                <a:cs typeface="Cambria"/>
              </a:rPr>
              <a:t>oms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and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5" dirty="0">
                <a:latin typeface="Cambria"/>
                <a:cs typeface="Cambria"/>
              </a:rPr>
              <a:t>m</a:t>
            </a:r>
            <a:r>
              <a:rPr sz="1450" spc="10" dirty="0">
                <a:latin typeface="Cambria"/>
                <a:cs typeface="Cambria"/>
              </a:rPr>
              <a:t>a</a:t>
            </a:r>
            <a:r>
              <a:rPr sz="1450" spc="15" dirty="0">
                <a:latin typeface="Cambria"/>
                <a:cs typeface="Cambria"/>
              </a:rPr>
              <a:t>g</a:t>
            </a:r>
            <a:r>
              <a:rPr sz="1450" spc="-5" dirty="0">
                <a:latin typeface="Cambria"/>
                <a:cs typeface="Cambria"/>
              </a:rPr>
              <a:t>e</a:t>
            </a:r>
            <a:r>
              <a:rPr sz="1450" spc="10" dirty="0">
                <a:latin typeface="Cambria"/>
                <a:cs typeface="Cambria"/>
              </a:rPr>
              <a:t>s</a:t>
            </a:r>
            <a:endParaRPr sz="1450">
              <a:latin typeface="Cambria"/>
              <a:cs typeface="Cambria"/>
            </a:endParaRPr>
          </a:p>
          <a:p>
            <a:pPr marL="118110" indent="-105410">
              <a:lnSpc>
                <a:spcPct val="100000"/>
              </a:lnSpc>
              <a:spcBef>
                <a:spcPts val="35"/>
              </a:spcBef>
              <a:buFont typeface="Cambria"/>
              <a:buChar char="-"/>
              <a:tabLst>
                <a:tab pos="118745" algn="l"/>
              </a:tabLst>
            </a:pPr>
            <a:r>
              <a:rPr sz="1450" spc="-85" dirty="0">
                <a:latin typeface="Cambria"/>
                <a:cs typeface="Cambria"/>
              </a:rPr>
              <a:t>V</a:t>
            </a:r>
            <a:r>
              <a:rPr sz="1450" spc="25" dirty="0">
                <a:latin typeface="Cambria"/>
                <a:cs typeface="Cambria"/>
              </a:rPr>
              <a:t>a</a:t>
            </a:r>
            <a:r>
              <a:rPr sz="1450" dirty="0">
                <a:latin typeface="Cambria"/>
                <a:cs typeface="Cambria"/>
              </a:rPr>
              <a:t>r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0" dirty="0">
                <a:latin typeface="Cambria"/>
                <a:cs typeface="Cambria"/>
              </a:rPr>
              <a:t>abi</a:t>
            </a:r>
            <a:r>
              <a:rPr sz="1450" dirty="0">
                <a:latin typeface="Cambria"/>
                <a:cs typeface="Cambria"/>
              </a:rPr>
              <a:t>l</a:t>
            </a:r>
            <a:r>
              <a:rPr sz="1450" spc="5" dirty="0">
                <a:latin typeface="Cambria"/>
                <a:cs typeface="Cambria"/>
              </a:rPr>
              <a:t>i</a:t>
            </a:r>
            <a:r>
              <a:rPr sz="1450" spc="-10" dirty="0">
                <a:latin typeface="Cambria"/>
                <a:cs typeface="Cambria"/>
              </a:rPr>
              <a:t>t</a:t>
            </a:r>
            <a:r>
              <a:rPr sz="1450" spc="10" dirty="0">
                <a:latin typeface="Cambria"/>
                <a:cs typeface="Cambria"/>
              </a:rPr>
              <a:t>y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10" dirty="0">
                <a:latin typeface="Cambria"/>
                <a:cs typeface="Cambria"/>
              </a:rPr>
              <a:t>in 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5" dirty="0">
                <a:latin typeface="Cambria"/>
                <a:cs typeface="Cambria"/>
              </a:rPr>
              <a:t>m</a:t>
            </a:r>
            <a:r>
              <a:rPr sz="1450" spc="10" dirty="0">
                <a:latin typeface="Cambria"/>
                <a:cs typeface="Cambria"/>
              </a:rPr>
              <a:t>a</a:t>
            </a:r>
            <a:r>
              <a:rPr sz="1450" spc="15" dirty="0">
                <a:latin typeface="Cambria"/>
                <a:cs typeface="Cambria"/>
              </a:rPr>
              <a:t>g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-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q</a:t>
            </a:r>
            <a:r>
              <a:rPr sz="1450" spc="10" dirty="0">
                <a:latin typeface="Cambria"/>
                <a:cs typeface="Cambria"/>
              </a:rPr>
              <a:t>ua</a:t>
            </a:r>
            <a:r>
              <a:rPr sz="1450" dirty="0">
                <a:latin typeface="Cambria"/>
                <a:cs typeface="Cambria"/>
              </a:rPr>
              <a:t>l</a:t>
            </a:r>
            <a:r>
              <a:rPr sz="1450" spc="5" dirty="0">
                <a:latin typeface="Cambria"/>
                <a:cs typeface="Cambria"/>
              </a:rPr>
              <a:t>i</a:t>
            </a:r>
            <a:r>
              <a:rPr sz="1450" spc="-10" dirty="0">
                <a:latin typeface="Cambria"/>
                <a:cs typeface="Cambria"/>
              </a:rPr>
              <a:t>t</a:t>
            </a:r>
            <a:r>
              <a:rPr sz="1450" spc="10" dirty="0">
                <a:latin typeface="Cambria"/>
                <a:cs typeface="Cambria"/>
              </a:rPr>
              <a:t>y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d</a:t>
            </a:r>
            <a:r>
              <a:rPr sz="1450" spc="-5" dirty="0">
                <a:latin typeface="Cambria"/>
                <a:cs typeface="Cambria"/>
              </a:rPr>
              <a:t>u</a:t>
            </a:r>
            <a:r>
              <a:rPr sz="1450" spc="10" dirty="0">
                <a:latin typeface="Cambria"/>
                <a:cs typeface="Cambria"/>
              </a:rPr>
              <a:t>e to</a:t>
            </a:r>
            <a:r>
              <a:rPr sz="1450" spc="5" dirty="0">
                <a:latin typeface="Cambria"/>
                <a:cs typeface="Cambria"/>
              </a:rPr>
              <a:t> di</a:t>
            </a:r>
            <a:r>
              <a:rPr sz="1450" dirty="0">
                <a:latin typeface="Cambria"/>
                <a:cs typeface="Cambria"/>
              </a:rPr>
              <a:t>f</a:t>
            </a:r>
            <a:r>
              <a:rPr sz="1450" spc="-15" dirty="0">
                <a:latin typeface="Cambria"/>
                <a:cs typeface="Cambria"/>
              </a:rPr>
              <a:t>f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-30" dirty="0">
                <a:latin typeface="Cambria"/>
                <a:cs typeface="Cambria"/>
              </a:rPr>
              <a:t>r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dirty="0">
                <a:latin typeface="Cambria"/>
                <a:cs typeface="Cambria"/>
              </a:rPr>
              <a:t>n</a:t>
            </a:r>
            <a:r>
              <a:rPr sz="1450" spc="5" dirty="0">
                <a:latin typeface="Cambria"/>
                <a:cs typeface="Cambria"/>
              </a:rPr>
              <a:t>t</a:t>
            </a:r>
            <a:r>
              <a:rPr sz="1450" spc="2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l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dirty="0">
                <a:latin typeface="Cambria"/>
                <a:cs typeface="Cambria"/>
              </a:rPr>
              <a:t>g</a:t>
            </a:r>
            <a:r>
              <a:rPr sz="1450" spc="10" dirty="0">
                <a:latin typeface="Cambria"/>
                <a:cs typeface="Cambria"/>
              </a:rPr>
              <a:t>h</a:t>
            </a:r>
            <a:r>
              <a:rPr sz="1450" spc="-10" dirty="0">
                <a:latin typeface="Cambria"/>
                <a:cs typeface="Cambria"/>
              </a:rPr>
              <a:t>t</a:t>
            </a:r>
            <a:r>
              <a:rPr sz="1450" spc="5" dirty="0">
                <a:latin typeface="Cambria"/>
                <a:cs typeface="Cambria"/>
              </a:rPr>
              <a:t>i</a:t>
            </a:r>
            <a:r>
              <a:rPr sz="1450" dirty="0">
                <a:latin typeface="Cambria"/>
                <a:cs typeface="Cambria"/>
              </a:rPr>
              <a:t>n</a:t>
            </a:r>
            <a:r>
              <a:rPr sz="1450" spc="10" dirty="0">
                <a:latin typeface="Cambria"/>
                <a:cs typeface="Cambria"/>
              </a:rPr>
              <a:t>g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25" dirty="0">
                <a:latin typeface="Cambria"/>
                <a:cs typeface="Cambria"/>
              </a:rPr>
              <a:t>a</a:t>
            </a:r>
            <a:r>
              <a:rPr sz="1450" dirty="0">
                <a:latin typeface="Cambria"/>
                <a:cs typeface="Cambria"/>
              </a:rPr>
              <a:t>n</a:t>
            </a:r>
            <a:r>
              <a:rPr sz="1450" spc="15" dirty="0">
                <a:latin typeface="Cambria"/>
                <a:cs typeface="Cambria"/>
              </a:rPr>
              <a:t>d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c</a:t>
            </a:r>
            <a:r>
              <a:rPr sz="1450" spc="10" dirty="0">
                <a:latin typeface="Cambria"/>
                <a:cs typeface="Cambria"/>
              </a:rPr>
              <a:t>a</a:t>
            </a:r>
            <a:r>
              <a:rPr sz="1450" spc="15" dirty="0">
                <a:latin typeface="Cambria"/>
                <a:cs typeface="Cambria"/>
              </a:rPr>
              <a:t>m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-30" dirty="0">
                <a:latin typeface="Cambria"/>
                <a:cs typeface="Cambria"/>
              </a:rPr>
              <a:t>r</a:t>
            </a:r>
            <a:r>
              <a:rPr sz="1450" spc="10" dirty="0">
                <a:latin typeface="Cambria"/>
                <a:cs typeface="Cambria"/>
              </a:rPr>
              <a:t>a </a:t>
            </a:r>
            <a:r>
              <a:rPr sz="1450" spc="5" dirty="0">
                <a:latin typeface="Cambria"/>
                <a:cs typeface="Cambria"/>
              </a:rPr>
              <a:t>d</a:t>
            </a:r>
            <a:r>
              <a:rPr sz="1450" spc="-5" dirty="0">
                <a:latin typeface="Cambria"/>
                <a:cs typeface="Cambria"/>
              </a:rPr>
              <a:t>e</a:t>
            </a:r>
            <a:r>
              <a:rPr sz="1450" dirty="0">
                <a:latin typeface="Cambria"/>
                <a:cs typeface="Cambria"/>
              </a:rPr>
              <a:t>v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20" dirty="0">
                <a:latin typeface="Cambria"/>
                <a:cs typeface="Cambria"/>
              </a:rPr>
              <a:t>c</a:t>
            </a:r>
            <a:r>
              <a:rPr sz="1450" spc="-5" dirty="0">
                <a:latin typeface="Cambria"/>
                <a:cs typeface="Cambria"/>
              </a:rPr>
              <a:t>e</a:t>
            </a:r>
            <a:r>
              <a:rPr sz="1450" spc="10" dirty="0">
                <a:latin typeface="Cambria"/>
                <a:cs typeface="Cambria"/>
              </a:rPr>
              <a:t>s</a:t>
            </a:r>
            <a:endParaRPr sz="1450">
              <a:latin typeface="Cambria"/>
              <a:cs typeface="Cambria"/>
            </a:endParaRPr>
          </a:p>
          <a:p>
            <a:pPr marL="118110" indent="-105410">
              <a:lnSpc>
                <a:spcPct val="100000"/>
              </a:lnSpc>
              <a:spcBef>
                <a:spcPts val="45"/>
              </a:spcBef>
              <a:buFont typeface="Cambria"/>
              <a:buChar char="-"/>
              <a:tabLst>
                <a:tab pos="118745" algn="l"/>
              </a:tabLst>
            </a:pPr>
            <a:r>
              <a:rPr sz="1450" spc="-5" dirty="0">
                <a:latin typeface="Cambria"/>
                <a:cs typeface="Cambria"/>
              </a:rPr>
              <a:t>N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-5" dirty="0">
                <a:latin typeface="Cambria"/>
                <a:cs typeface="Cambria"/>
              </a:rPr>
              <a:t>e</a:t>
            </a:r>
            <a:r>
              <a:rPr sz="1450" spc="15" dirty="0">
                <a:latin typeface="Cambria"/>
                <a:cs typeface="Cambria"/>
              </a:rPr>
              <a:t>d </a:t>
            </a:r>
            <a:r>
              <a:rPr sz="1450" spc="-15" dirty="0">
                <a:latin typeface="Cambria"/>
                <a:cs typeface="Cambria"/>
              </a:rPr>
              <a:t>f</a:t>
            </a:r>
            <a:r>
              <a:rPr sz="1450" spc="25" dirty="0">
                <a:latin typeface="Cambria"/>
                <a:cs typeface="Cambria"/>
              </a:rPr>
              <a:t>o</a:t>
            </a:r>
            <a:r>
              <a:rPr sz="1450" spc="10" dirty="0">
                <a:latin typeface="Cambria"/>
                <a:cs typeface="Cambria"/>
              </a:rPr>
              <a:t>r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c</a:t>
            </a:r>
            <a:r>
              <a:rPr sz="1450" spc="10" dirty="0">
                <a:latin typeface="Cambria"/>
                <a:cs typeface="Cambria"/>
              </a:rPr>
              <a:t>a</a:t>
            </a:r>
            <a:r>
              <a:rPr sz="1450" spc="-15" dirty="0">
                <a:latin typeface="Cambria"/>
                <a:cs typeface="Cambria"/>
              </a:rPr>
              <a:t>r</a:t>
            </a:r>
            <a:r>
              <a:rPr sz="1450" spc="-5" dirty="0">
                <a:latin typeface="Cambria"/>
                <a:cs typeface="Cambria"/>
              </a:rPr>
              <a:t>e</a:t>
            </a:r>
            <a:r>
              <a:rPr sz="1450" spc="15" dirty="0">
                <a:latin typeface="Cambria"/>
                <a:cs typeface="Cambria"/>
              </a:rPr>
              <a:t>f</a:t>
            </a:r>
            <a:r>
              <a:rPr sz="1450" spc="-5" dirty="0">
                <a:latin typeface="Cambria"/>
                <a:cs typeface="Cambria"/>
              </a:rPr>
              <a:t>u</a:t>
            </a:r>
            <a:r>
              <a:rPr sz="1450" spc="5" dirty="0">
                <a:latin typeface="Cambria"/>
                <a:cs typeface="Cambria"/>
              </a:rPr>
              <a:t>l</a:t>
            </a:r>
            <a:r>
              <a:rPr sz="1450" spc="2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d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-5" dirty="0">
                <a:latin typeface="Cambria"/>
                <a:cs typeface="Cambria"/>
              </a:rPr>
              <a:t>s</a:t>
            </a:r>
            <a:r>
              <a:rPr sz="1450" spc="5" dirty="0">
                <a:latin typeface="Cambria"/>
                <a:cs typeface="Cambria"/>
              </a:rPr>
              <a:t>i</a:t>
            </a:r>
            <a:r>
              <a:rPr sz="1450" dirty="0">
                <a:latin typeface="Cambria"/>
                <a:cs typeface="Cambria"/>
              </a:rPr>
              <a:t>g</a:t>
            </a:r>
            <a:r>
              <a:rPr sz="1450" spc="15" dirty="0">
                <a:latin typeface="Cambria"/>
                <a:cs typeface="Cambria"/>
              </a:rPr>
              <a:t>n</a:t>
            </a:r>
            <a:r>
              <a:rPr sz="1450" spc="10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t</a:t>
            </a:r>
            <a:r>
              <a:rPr sz="1450" spc="15" dirty="0">
                <a:latin typeface="Cambria"/>
                <a:cs typeface="Cambria"/>
              </a:rPr>
              <a:t>o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dirty="0">
                <a:latin typeface="Cambria"/>
                <a:cs typeface="Cambria"/>
              </a:rPr>
              <a:t>n</a:t>
            </a:r>
            <a:r>
              <a:rPr sz="1450" spc="10" dirty="0">
                <a:latin typeface="Cambria"/>
                <a:cs typeface="Cambria"/>
              </a:rPr>
              <a:t>su</a:t>
            </a:r>
            <a:r>
              <a:rPr sz="1450" spc="-30" dirty="0">
                <a:latin typeface="Cambria"/>
                <a:cs typeface="Cambria"/>
              </a:rPr>
              <a:t>r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25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p</a:t>
            </a:r>
            <a:r>
              <a:rPr sz="1450" spc="-30" dirty="0">
                <a:latin typeface="Cambria"/>
                <a:cs typeface="Cambria"/>
              </a:rPr>
              <a:t>r</a:t>
            </a:r>
            <a:r>
              <a:rPr sz="1450" spc="10" dirty="0">
                <a:latin typeface="Cambria"/>
                <a:cs typeface="Cambria"/>
              </a:rPr>
              <a:t>e</a:t>
            </a:r>
            <a:r>
              <a:rPr sz="1450" spc="5" dirty="0">
                <a:latin typeface="Cambria"/>
                <a:cs typeface="Cambria"/>
              </a:rPr>
              <a:t>dicti</a:t>
            </a:r>
            <a:r>
              <a:rPr sz="1450" spc="10" dirty="0">
                <a:latin typeface="Cambria"/>
                <a:cs typeface="Cambria"/>
              </a:rPr>
              <a:t>o</a:t>
            </a:r>
            <a:r>
              <a:rPr sz="1450" dirty="0">
                <a:latin typeface="Cambria"/>
                <a:cs typeface="Cambria"/>
              </a:rPr>
              <a:t>n</a:t>
            </a:r>
            <a:r>
              <a:rPr sz="1450" spc="10" dirty="0">
                <a:latin typeface="Cambria"/>
                <a:cs typeface="Cambria"/>
              </a:rPr>
              <a:t>s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0" dirty="0">
                <a:latin typeface="Cambria"/>
                <a:cs typeface="Cambria"/>
              </a:rPr>
              <a:t>a</a:t>
            </a:r>
            <a:r>
              <a:rPr sz="1450" spc="-15" dirty="0">
                <a:latin typeface="Cambria"/>
                <a:cs typeface="Cambria"/>
              </a:rPr>
              <a:t>r</a:t>
            </a:r>
            <a:r>
              <a:rPr sz="1450" spc="10" dirty="0">
                <a:latin typeface="Cambria"/>
                <a:cs typeface="Cambria"/>
              </a:rPr>
              <a:t>e a</a:t>
            </a:r>
            <a:r>
              <a:rPr sz="1450" spc="-10" dirty="0">
                <a:latin typeface="Cambria"/>
                <a:cs typeface="Cambria"/>
              </a:rPr>
              <a:t>d</a:t>
            </a:r>
            <a:r>
              <a:rPr sz="1450" dirty="0">
                <a:latin typeface="Cambria"/>
                <a:cs typeface="Cambria"/>
              </a:rPr>
              <a:t>v</a:t>
            </a:r>
            <a:r>
              <a:rPr sz="1450" spc="-10" dirty="0">
                <a:latin typeface="Cambria"/>
                <a:cs typeface="Cambria"/>
              </a:rPr>
              <a:t>i</a:t>
            </a:r>
            <a:r>
              <a:rPr sz="1450" spc="10" dirty="0">
                <a:latin typeface="Cambria"/>
                <a:cs typeface="Cambria"/>
              </a:rPr>
              <a:t>so</a:t>
            </a:r>
            <a:r>
              <a:rPr sz="1450" dirty="0">
                <a:latin typeface="Cambria"/>
                <a:cs typeface="Cambria"/>
              </a:rPr>
              <a:t>r</a:t>
            </a:r>
            <a:r>
              <a:rPr sz="1450" spc="-120" dirty="0">
                <a:latin typeface="Cambria"/>
                <a:cs typeface="Cambria"/>
              </a:rPr>
              <a:t>y</a:t>
            </a:r>
            <a:r>
              <a:rPr sz="1450" spc="5" dirty="0">
                <a:latin typeface="Cambria"/>
                <a:cs typeface="Cambria"/>
              </a:rPr>
              <a:t>,</a:t>
            </a:r>
            <a:r>
              <a:rPr sz="1450" spc="15" dirty="0">
                <a:latin typeface="Cambria"/>
                <a:cs typeface="Cambria"/>
              </a:rPr>
              <a:t> n</a:t>
            </a:r>
            <a:r>
              <a:rPr sz="1450" spc="10" dirty="0">
                <a:latin typeface="Cambria"/>
                <a:cs typeface="Cambria"/>
              </a:rPr>
              <a:t>o</a:t>
            </a:r>
            <a:r>
              <a:rPr sz="1450" spc="5" dirty="0">
                <a:latin typeface="Cambria"/>
                <a:cs typeface="Cambria"/>
              </a:rPr>
              <a:t>t</a:t>
            </a:r>
            <a:r>
              <a:rPr sz="1450" spc="1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d</a:t>
            </a:r>
            <a:r>
              <a:rPr sz="1450" spc="10" dirty="0">
                <a:latin typeface="Cambria"/>
                <a:cs typeface="Cambria"/>
              </a:rPr>
              <a:t>ia</a:t>
            </a:r>
            <a:r>
              <a:rPr sz="1450" dirty="0">
                <a:latin typeface="Cambria"/>
                <a:cs typeface="Cambria"/>
              </a:rPr>
              <a:t>g</a:t>
            </a:r>
            <a:r>
              <a:rPr sz="1450" spc="15" dirty="0">
                <a:latin typeface="Cambria"/>
                <a:cs typeface="Cambria"/>
              </a:rPr>
              <a:t>n</a:t>
            </a:r>
            <a:r>
              <a:rPr sz="1450" spc="10" dirty="0">
                <a:latin typeface="Cambria"/>
                <a:cs typeface="Cambria"/>
              </a:rPr>
              <a:t>os</a:t>
            </a:r>
            <a:r>
              <a:rPr sz="1450" spc="-10" dirty="0">
                <a:latin typeface="Cambria"/>
                <a:cs typeface="Cambria"/>
              </a:rPr>
              <a:t>t</a:t>
            </a:r>
            <a:r>
              <a:rPr sz="1450" spc="10" dirty="0">
                <a:latin typeface="Cambria"/>
                <a:cs typeface="Cambria"/>
              </a:rPr>
              <a:t>ic</a:t>
            </a:r>
            <a:endParaRPr sz="1450">
              <a:latin typeface="Cambria"/>
              <a:cs typeface="Cambria"/>
            </a:endParaRPr>
          </a:p>
          <a:p>
            <a:pPr marL="127635" indent="-114935">
              <a:lnSpc>
                <a:spcPct val="100000"/>
              </a:lnSpc>
              <a:spcBef>
                <a:spcPts val="35"/>
              </a:spcBef>
              <a:buFont typeface="Arial"/>
              <a:buChar char="-"/>
              <a:tabLst>
                <a:tab pos="128270" algn="l"/>
              </a:tabLst>
            </a:pPr>
            <a:r>
              <a:rPr sz="1450" spc="15" dirty="0">
                <a:latin typeface="Arial"/>
                <a:cs typeface="Arial"/>
              </a:rPr>
              <a:t>B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an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15" dirty="0">
                <a:latin typeface="Arial"/>
                <a:cs typeface="Arial"/>
              </a:rPr>
              <a:t>g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-5" dirty="0">
                <a:latin typeface="Arial"/>
                <a:cs typeface="Arial"/>
              </a:rPr>
              <a:t>x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15" dirty="0">
                <a:latin typeface="Arial"/>
                <a:cs typeface="Arial"/>
              </a:rPr>
              <a:t>l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20" dirty="0">
                <a:latin typeface="Arial"/>
                <a:cs typeface="Arial"/>
              </a:rPr>
              <a:t>b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0" dirty="0">
                <a:latin typeface="Arial"/>
                <a:cs typeface="Arial"/>
              </a:rPr>
              <a:t>y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15" dirty="0">
                <a:latin typeface="Arial"/>
                <a:cs typeface="Arial"/>
              </a:rPr>
              <a:t>w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10" dirty="0">
                <a:latin typeface="Arial"/>
                <a:cs typeface="Arial"/>
              </a:rPr>
              <a:t>th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cc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10" dirty="0">
                <a:latin typeface="Arial"/>
                <a:cs typeface="Arial"/>
              </a:rPr>
              <a:t>cy</a:t>
            </a:r>
            <a:endParaRPr sz="1450">
              <a:latin typeface="Arial"/>
              <a:cs typeface="Arial"/>
            </a:endParaRPr>
          </a:p>
          <a:p>
            <a:pPr marL="127635" indent="-114935">
              <a:lnSpc>
                <a:spcPct val="100000"/>
              </a:lnSpc>
              <a:spcBef>
                <a:spcPts val="45"/>
              </a:spcBef>
              <a:buFont typeface="Arial"/>
              <a:buChar char="-"/>
              <a:tabLst>
                <a:tab pos="128270" algn="l"/>
              </a:tabLst>
            </a:pPr>
            <a:r>
              <a:rPr sz="1450" spc="5" dirty="0">
                <a:latin typeface="Arial"/>
                <a:cs typeface="Arial"/>
              </a:rPr>
              <a:t>Inte</a:t>
            </a:r>
            <a:r>
              <a:rPr sz="1450" spc="20" dirty="0">
                <a:latin typeface="Arial"/>
                <a:cs typeface="Arial"/>
              </a:rPr>
              <a:t>g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i</a:t>
            </a:r>
            <a:r>
              <a:rPr sz="1450" spc="5" dirty="0">
                <a:latin typeface="Arial"/>
                <a:cs typeface="Arial"/>
              </a:rPr>
              <a:t>o</a:t>
            </a:r>
            <a:r>
              <a:rPr sz="1450" spc="15" dirty="0">
                <a:latin typeface="Arial"/>
                <a:cs typeface="Arial"/>
              </a:rPr>
              <a:t>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of</a:t>
            </a:r>
            <a:r>
              <a:rPr sz="1450" spc="15" dirty="0">
                <a:latin typeface="Arial"/>
                <a:cs typeface="Arial"/>
              </a:rPr>
              <a:t> m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dirty="0">
                <a:latin typeface="Arial"/>
                <a:cs typeface="Arial"/>
              </a:rPr>
              <a:t>l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i-</a:t>
            </a:r>
            <a:r>
              <a:rPr sz="1450" spc="15" dirty="0">
                <a:latin typeface="Arial"/>
                <a:cs typeface="Arial"/>
              </a:rPr>
              <a:t>m</a:t>
            </a:r>
            <a:r>
              <a:rPr sz="1450" spc="20" dirty="0">
                <a:latin typeface="Arial"/>
                <a:cs typeface="Arial"/>
              </a:rPr>
              <a:t>od</a:t>
            </a:r>
            <a:r>
              <a:rPr sz="1450" spc="5" dirty="0">
                <a:latin typeface="Arial"/>
                <a:cs typeface="Arial"/>
              </a:rPr>
              <a:t>al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a</a:t>
            </a:r>
            <a:r>
              <a:rPr sz="1450" spc="-10" dirty="0">
                <a:latin typeface="Arial"/>
                <a:cs typeface="Arial"/>
              </a:rPr>
              <a:t>t</a:t>
            </a:r>
            <a:r>
              <a:rPr sz="1450" spc="1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ou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10" dirty="0">
                <a:latin typeface="Arial"/>
                <a:cs typeface="Arial"/>
              </a:rPr>
              <a:t>c</a:t>
            </a:r>
            <a:r>
              <a:rPr sz="1450" spc="5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8994" y="3917139"/>
            <a:ext cx="1922780" cy="44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300" spc="10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3300" spc="-2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3300" spc="1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300" dirty="0">
                <a:solidFill>
                  <a:srgbClr val="FF0000"/>
                </a:solidFill>
                <a:latin typeface="Trebuchet MS"/>
                <a:cs typeface="Trebuchet MS"/>
              </a:rPr>
              <a:t>k</a:t>
            </a:r>
            <a:r>
              <a:rPr sz="33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300" spc="-40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300" spc="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300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endParaRPr sz="3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759</Words>
  <Application>Microsoft Office PowerPoint</Application>
  <PresentationFormat>Custom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Trebuchet MS</vt:lpstr>
      <vt:lpstr>Office Theme</vt:lpstr>
      <vt:lpstr>UE23CS320A – Capstone Project Approval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Deepika N</cp:lastModifiedBy>
  <cp:revision>2</cp:revision>
  <dcterms:created xsi:type="dcterms:W3CDTF">2025-11-06T10:00:40Z</dcterms:created>
  <dcterms:modified xsi:type="dcterms:W3CDTF">2025-11-06T09:06:53Z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LastSaved">
    <vt:filetime>2025-11-06T00:00:00Z</vt:filetime>
  </property>
</Properties>
</file>